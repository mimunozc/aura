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Barlow Semi Condensed" panose="00000506000000000000" pitchFamily="2" charset="0"/>
      <p:regular r:id="rId14"/>
      <p:bold r:id="rId15"/>
      <p:italic r:id="rId16"/>
      <p:boldItalic r:id="rId17"/>
    </p:embeddedFont>
    <p:embeddedFont>
      <p:font typeface="Comfortaa" panose="020B0604020202020204" charset="0"/>
      <p:regular r:id="rId18"/>
      <p:bold r:id="rId19"/>
    </p:embeddedFont>
    <p:embeddedFont>
      <p:font typeface="Kulim Park" panose="020B0604020202020204" charset="0"/>
      <p:regular r:id="rId20"/>
      <p:bold r:id="rId21"/>
      <p:italic r:id="rId22"/>
      <p:boldItalic r:id="rId23"/>
    </p:embeddedFont>
    <p:embeddedFont>
      <p:font typeface="Kulim Park SemiBold" panose="020B0604020202020204" charset="0"/>
      <p:regular r:id="rId24"/>
      <p:bold r:id="rId25"/>
      <p:italic r:id="rId26"/>
      <p:boldItalic r:id="rId27"/>
    </p:embeddedFont>
    <p:embeddedFont>
      <p:font typeface="Manrope" panose="020B0604020202020204" charset="0"/>
      <p:regular r:id="rId28"/>
      <p:bold r:id="rId29"/>
    </p:embeddedFont>
    <p:embeddedFont>
      <p:font typeface="Montserrat" panose="00000500000000000000" pitchFamily="2" charset="0"/>
      <p:regular r:id="rId30"/>
      <p:bold r:id="rId31"/>
      <p:italic r:id="rId32"/>
      <p:boldItalic r:id="rId33"/>
    </p:embeddedFont>
    <p:embeddedFont>
      <p:font typeface="Nunito Light" pitchFamily="2" charset="0"/>
      <p:regular r:id="rId34"/>
      <p: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6" roundtripDataSignature="AMtx7millU/+ewE20PrBPEglrS4net1o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E5A64BC-DEC8-4598-B236-54A1455FF346}">
  <a:tblStyle styleId="{0E5A64BC-DEC8-4598-B236-54A1455FF34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51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9" Type="http://schemas.openxmlformats.org/officeDocument/2006/relationships/theme" Target="theme/theme1.xml"/><Relationship Id="rId21" Type="http://schemas.openxmlformats.org/officeDocument/2006/relationships/font" Target="fonts/font8.fntdata"/><Relationship Id="rId34" Type="http://schemas.openxmlformats.org/officeDocument/2006/relationships/font" Target="fonts/font2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font" Target="fonts/font20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font" Target="fonts/font19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36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font" Target="fonts/font17.fntdata"/><Relationship Id="rId35" Type="http://schemas.openxmlformats.org/officeDocument/2006/relationships/font" Target="fonts/font22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6" name="Google Shape;20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9eb14dd9a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8" name="Google Shape;248;g39eb14dd9a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" name="Google Shape;25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9" name="Google Shape;25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4" name="Google Shape;29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1" name="Google Shape;33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6" name="Google Shape;34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3"/>
          <p:cNvSpPr/>
          <p:nvPr/>
        </p:nvSpPr>
        <p:spPr>
          <a:xfrm rot="813319">
            <a:off x="-1616877" y="-3424273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666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3"/>
          <p:cNvSpPr/>
          <p:nvPr/>
        </p:nvSpPr>
        <p:spPr>
          <a:xfrm rot="-649785" flipH="1">
            <a:off x="6475477" y="-738425"/>
            <a:ext cx="4558897" cy="1365861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1">
              <a:alpha val="46274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3"/>
          <p:cNvSpPr/>
          <p:nvPr/>
        </p:nvSpPr>
        <p:spPr>
          <a:xfrm>
            <a:off x="1125387" y="2238100"/>
            <a:ext cx="7471673" cy="4771807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274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3"/>
          <p:cNvSpPr/>
          <p:nvPr/>
        </p:nvSpPr>
        <p:spPr>
          <a:xfrm rot="8823147">
            <a:off x="-2265377" y="2808773"/>
            <a:ext cx="5990392" cy="5613180"/>
          </a:xfrm>
          <a:custGeom>
            <a:avLst/>
            <a:gdLst/>
            <a:ahLst/>
            <a:cxnLst/>
            <a:rect l="l" t="t" r="r" b="b"/>
            <a:pathLst>
              <a:path w="93299" h="87424" extrusionOk="0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333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3"/>
          <p:cNvSpPr/>
          <p:nvPr/>
        </p:nvSpPr>
        <p:spPr>
          <a:xfrm>
            <a:off x="6536238" y="-142500"/>
            <a:ext cx="4935815" cy="3769836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3"/>
          <p:cNvSpPr/>
          <p:nvPr/>
        </p:nvSpPr>
        <p:spPr>
          <a:xfrm rot="649785">
            <a:off x="716152" y="4401125"/>
            <a:ext cx="4558897" cy="1365861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rgbClr val="AC9078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3"/>
          <p:cNvSpPr/>
          <p:nvPr/>
        </p:nvSpPr>
        <p:spPr>
          <a:xfrm rot="1244193">
            <a:off x="4086917" y="-777268"/>
            <a:ext cx="7826096" cy="2877857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3"/>
          <p:cNvSpPr/>
          <p:nvPr/>
        </p:nvSpPr>
        <p:spPr>
          <a:xfrm rot="-9555807">
            <a:off x="-6119383" y="2297294"/>
            <a:ext cx="7826096" cy="2877857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3"/>
          <p:cNvSpPr txBox="1">
            <a:spLocks noGrp="1"/>
          </p:cNvSpPr>
          <p:nvPr>
            <p:ph type="ctrTitle"/>
          </p:nvPr>
        </p:nvSpPr>
        <p:spPr>
          <a:xfrm>
            <a:off x="723150" y="1494200"/>
            <a:ext cx="7697700" cy="15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600">
                <a:latin typeface="Kulim Park SemiBold"/>
                <a:ea typeface="Kulim Park SemiBold"/>
                <a:cs typeface="Kulim Park SemiBold"/>
                <a:sym typeface="Kulim Park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subTitle" idx="1"/>
          </p:nvPr>
        </p:nvSpPr>
        <p:spPr>
          <a:xfrm>
            <a:off x="1962550" y="3100575"/>
            <a:ext cx="52185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4"/>
          <p:cNvSpPr/>
          <p:nvPr/>
        </p:nvSpPr>
        <p:spPr>
          <a:xfrm>
            <a:off x="-4528356" y="1004988"/>
            <a:ext cx="5766771" cy="3682967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54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4"/>
          <p:cNvSpPr/>
          <p:nvPr/>
        </p:nvSpPr>
        <p:spPr>
          <a:xfrm rot="-9405665" flipH="1">
            <a:off x="6846081" y="1281156"/>
            <a:ext cx="7310152" cy="6849835"/>
          </a:xfrm>
          <a:custGeom>
            <a:avLst/>
            <a:gdLst/>
            <a:ahLst/>
            <a:cxnLst/>
            <a:rect l="l" t="t" r="r" b="b"/>
            <a:pathLst>
              <a:path w="93299" h="87424" extrusionOk="0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333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4"/>
          <p:cNvSpPr/>
          <p:nvPr/>
        </p:nvSpPr>
        <p:spPr>
          <a:xfrm rot="1478505" flipH="1">
            <a:off x="3709533" y="-1000036"/>
            <a:ext cx="7826136" cy="2877871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4"/>
          <p:cNvSpPr txBox="1">
            <a:spLocks noGrp="1"/>
          </p:cNvSpPr>
          <p:nvPr>
            <p:ph type="title"/>
          </p:nvPr>
        </p:nvSpPr>
        <p:spPr>
          <a:xfrm flipH="1">
            <a:off x="720000" y="438912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title" idx="2"/>
          </p:nvPr>
        </p:nvSpPr>
        <p:spPr>
          <a:xfrm>
            <a:off x="4789925" y="3371526"/>
            <a:ext cx="23253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subTitle" idx="1"/>
          </p:nvPr>
        </p:nvSpPr>
        <p:spPr>
          <a:xfrm>
            <a:off x="4789950" y="3879601"/>
            <a:ext cx="2325300" cy="6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4"/>
          <p:cNvSpPr txBox="1">
            <a:spLocks noGrp="1"/>
          </p:cNvSpPr>
          <p:nvPr>
            <p:ph type="title" idx="3"/>
          </p:nvPr>
        </p:nvSpPr>
        <p:spPr>
          <a:xfrm>
            <a:off x="2028750" y="3371526"/>
            <a:ext cx="23253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subTitle" idx="4"/>
          </p:nvPr>
        </p:nvSpPr>
        <p:spPr>
          <a:xfrm>
            <a:off x="2028775" y="3879601"/>
            <a:ext cx="2325300" cy="6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4"/>
          <p:cNvSpPr/>
          <p:nvPr/>
        </p:nvSpPr>
        <p:spPr>
          <a:xfrm rot="9524149" flipH="1">
            <a:off x="-6659422" y="-2925302"/>
            <a:ext cx="9471569" cy="6049047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274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4"/>
          <p:cNvSpPr/>
          <p:nvPr/>
        </p:nvSpPr>
        <p:spPr>
          <a:xfrm rot="-9555841">
            <a:off x="-6785773" y="1808506"/>
            <a:ext cx="8200942" cy="3015697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5"/>
          <p:cNvSpPr/>
          <p:nvPr/>
        </p:nvSpPr>
        <p:spPr>
          <a:xfrm rot="3394465" flipH="1">
            <a:off x="3077084" y="3433218"/>
            <a:ext cx="8703343" cy="5558223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274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5"/>
          <p:cNvSpPr/>
          <p:nvPr/>
        </p:nvSpPr>
        <p:spPr>
          <a:xfrm>
            <a:off x="5867027" y="-1243497"/>
            <a:ext cx="7065492" cy="5396392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5"/>
          <p:cNvSpPr/>
          <p:nvPr/>
        </p:nvSpPr>
        <p:spPr>
          <a:xfrm rot="3952094">
            <a:off x="4978836" y="-32116"/>
            <a:ext cx="7826127" cy="2877868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5"/>
          <p:cNvSpPr/>
          <p:nvPr/>
        </p:nvSpPr>
        <p:spPr>
          <a:xfrm rot="-649760" flipH="1">
            <a:off x="7075142" y="-713258"/>
            <a:ext cx="4974484" cy="1490372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50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15"/>
          <p:cNvSpPr/>
          <p:nvPr/>
        </p:nvSpPr>
        <p:spPr>
          <a:xfrm rot="813319">
            <a:off x="-2477752" y="-3074323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666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5"/>
          <p:cNvSpPr/>
          <p:nvPr/>
        </p:nvSpPr>
        <p:spPr>
          <a:xfrm rot="-10285603">
            <a:off x="-4701904" y="3752842"/>
            <a:ext cx="7471761" cy="477186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274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5"/>
          <p:cNvSpPr/>
          <p:nvPr/>
        </p:nvSpPr>
        <p:spPr>
          <a:xfrm rot="-7426355">
            <a:off x="-5557542" y="1132830"/>
            <a:ext cx="7826046" cy="2877838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5"/>
          <p:cNvSpPr txBox="1">
            <a:spLocks noGrp="1"/>
          </p:cNvSpPr>
          <p:nvPr>
            <p:ph type="title"/>
          </p:nvPr>
        </p:nvSpPr>
        <p:spPr>
          <a:xfrm flipH="1"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8">
  <p:cSld name="CUSTOM_39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6"/>
          <p:cNvSpPr>
            <a:spLocks noGrp="1"/>
          </p:cNvSpPr>
          <p:nvPr>
            <p:ph type="pic" idx="2"/>
          </p:nvPr>
        </p:nvSpPr>
        <p:spPr>
          <a:xfrm>
            <a:off x="704000" y="1274500"/>
            <a:ext cx="3546900" cy="3244200"/>
          </a:xfrm>
          <a:prstGeom prst="rect">
            <a:avLst/>
          </a:prstGeom>
          <a:noFill/>
          <a:ln>
            <a:noFill/>
          </a:ln>
        </p:spPr>
      </p:sp>
      <p:sp>
        <p:nvSpPr>
          <p:cNvPr id="41" name="Google Shape;41;p16"/>
          <p:cNvSpPr/>
          <p:nvPr/>
        </p:nvSpPr>
        <p:spPr>
          <a:xfrm rot="3394465" flipH="1">
            <a:off x="5041484" y="2286018"/>
            <a:ext cx="8703343" cy="5558223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274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6"/>
          <p:cNvSpPr/>
          <p:nvPr/>
        </p:nvSpPr>
        <p:spPr>
          <a:xfrm rot="-10285603">
            <a:off x="7150321" y="-2266383"/>
            <a:ext cx="7471761" cy="477186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3">
              <a:alpha val="25098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6"/>
          <p:cNvSpPr/>
          <p:nvPr/>
        </p:nvSpPr>
        <p:spPr>
          <a:xfrm rot="955394" flipH="1">
            <a:off x="1460861" y="-2197712"/>
            <a:ext cx="7826028" cy="2877832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16"/>
          <p:cNvSpPr txBox="1">
            <a:spLocks noGrp="1"/>
          </p:cNvSpPr>
          <p:nvPr>
            <p:ph type="body" idx="1"/>
          </p:nvPr>
        </p:nvSpPr>
        <p:spPr>
          <a:xfrm>
            <a:off x="4572000" y="1369325"/>
            <a:ext cx="3850500" cy="33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400"/>
            </a:lvl1pPr>
            <a:lvl2pPr marL="914400" lvl="1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2pPr>
            <a:lvl3pPr marL="1371600" lvl="2" indent="-32385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■"/>
              <a:defRPr/>
            </a:lvl3pPr>
            <a:lvl4pPr marL="1828800" lvl="3" indent="-32385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●"/>
              <a:defRPr/>
            </a:lvl4pPr>
            <a:lvl5pPr marL="2286000" lvl="4" indent="-330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5pPr>
            <a:lvl6pPr marL="2743200" lvl="5" indent="-330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/>
            </a:lvl6pPr>
            <a:lvl7pPr marL="3200400" lvl="6" indent="-31115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7pPr>
            <a:lvl8pPr marL="3657600" lvl="7" indent="-31115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8pPr>
            <a:lvl9pPr marL="4114800" lvl="8" indent="-3302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title"/>
          </p:nvPr>
        </p:nvSpPr>
        <p:spPr>
          <a:xfrm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Kulim Park"/>
                <a:ea typeface="Kulim Park"/>
                <a:cs typeface="Kulim Park"/>
                <a:sym typeface="Kulim Par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CUSTOM_28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7"/>
          <p:cNvSpPr/>
          <p:nvPr/>
        </p:nvSpPr>
        <p:spPr>
          <a:xfrm rot="3214333">
            <a:off x="-5499024" y="-2387504"/>
            <a:ext cx="9471614" cy="6049076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274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17"/>
          <p:cNvSpPr/>
          <p:nvPr/>
        </p:nvSpPr>
        <p:spPr>
          <a:xfrm rot="-4897667" flipH="1">
            <a:off x="4234767" y="-2245089"/>
            <a:ext cx="9416513" cy="6013886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274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17"/>
          <p:cNvSpPr/>
          <p:nvPr/>
        </p:nvSpPr>
        <p:spPr>
          <a:xfrm rot="-8186671">
            <a:off x="3376801" y="4110400"/>
            <a:ext cx="6402056" cy="5689105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666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17"/>
          <p:cNvSpPr/>
          <p:nvPr/>
        </p:nvSpPr>
        <p:spPr>
          <a:xfrm rot="-8100000">
            <a:off x="-4461235" y="1326447"/>
            <a:ext cx="7065482" cy="5396362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098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17"/>
          <p:cNvSpPr txBox="1">
            <a:spLocks noGrp="1"/>
          </p:cNvSpPr>
          <p:nvPr>
            <p:ph type="subTitle" idx="1"/>
          </p:nvPr>
        </p:nvSpPr>
        <p:spPr>
          <a:xfrm>
            <a:off x="1536900" y="2291463"/>
            <a:ext cx="3035100" cy="13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/>
          <p:nvPr/>
        </p:nvSpPr>
        <p:spPr>
          <a:xfrm rot="-9649797" flipH="1">
            <a:off x="6371853" y="4455308"/>
            <a:ext cx="4974547" cy="1490391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50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7"/>
          <p:cNvSpPr txBox="1">
            <a:spLocks noGrp="1"/>
          </p:cNvSpPr>
          <p:nvPr>
            <p:ph type="title"/>
          </p:nvPr>
        </p:nvSpPr>
        <p:spPr>
          <a:xfrm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26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/>
          <p:nvPr/>
        </p:nvSpPr>
        <p:spPr>
          <a:xfrm rot="-3394465">
            <a:off x="-3638445" y="4611893"/>
            <a:ext cx="8703343" cy="5558223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274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8"/>
          <p:cNvSpPr/>
          <p:nvPr/>
        </p:nvSpPr>
        <p:spPr>
          <a:xfrm flipH="1">
            <a:off x="-5015862" y="-405297"/>
            <a:ext cx="7065492" cy="5396392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8"/>
          <p:cNvSpPr/>
          <p:nvPr/>
        </p:nvSpPr>
        <p:spPr>
          <a:xfrm rot="-3052073" flipH="1">
            <a:off x="-4888312" y="1110880"/>
            <a:ext cx="7826119" cy="2877865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8"/>
          <p:cNvSpPr/>
          <p:nvPr/>
        </p:nvSpPr>
        <p:spPr>
          <a:xfrm rot="649760">
            <a:off x="-4262669" y="1892117"/>
            <a:ext cx="4974484" cy="1490372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50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8"/>
          <p:cNvSpPr/>
          <p:nvPr/>
        </p:nvSpPr>
        <p:spPr>
          <a:xfrm rot="-813319" flipH="1">
            <a:off x="4754300" y="-2305086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666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8"/>
          <p:cNvSpPr/>
          <p:nvPr/>
        </p:nvSpPr>
        <p:spPr>
          <a:xfrm rot="10285603" flipH="1">
            <a:off x="4790126" y="3666917"/>
            <a:ext cx="7471761" cy="477186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274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8"/>
          <p:cNvSpPr/>
          <p:nvPr/>
        </p:nvSpPr>
        <p:spPr>
          <a:xfrm rot="4726292" flipH="1">
            <a:off x="5414633" y="2626082"/>
            <a:ext cx="7826019" cy="2877828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8"/>
          <p:cNvSpPr txBox="1">
            <a:spLocks noGrp="1"/>
          </p:cNvSpPr>
          <p:nvPr>
            <p:ph type="title"/>
          </p:nvPr>
        </p:nvSpPr>
        <p:spPr>
          <a:xfrm flipH="1"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 2">
  <p:cSld name="CUSTOM_27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9"/>
          <p:cNvSpPr/>
          <p:nvPr/>
        </p:nvSpPr>
        <p:spPr>
          <a:xfrm rot="-9339447">
            <a:off x="6847042" y="2970420"/>
            <a:ext cx="7471555" cy="4771732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274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9"/>
          <p:cNvSpPr/>
          <p:nvPr/>
        </p:nvSpPr>
        <p:spPr>
          <a:xfrm rot="10285603" flipH="1">
            <a:off x="-5277715" y="-2464108"/>
            <a:ext cx="7471761" cy="477186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274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9"/>
          <p:cNvSpPr/>
          <p:nvPr/>
        </p:nvSpPr>
        <p:spPr>
          <a:xfrm rot="-649785" flipH="1">
            <a:off x="-4089159" y="1056050"/>
            <a:ext cx="4558897" cy="1365861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rgbClr val="AC9078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9"/>
          <p:cNvSpPr/>
          <p:nvPr/>
        </p:nvSpPr>
        <p:spPr>
          <a:xfrm rot="-813319" flipH="1">
            <a:off x="7695609" y="-3522173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666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9"/>
          <p:cNvSpPr/>
          <p:nvPr/>
        </p:nvSpPr>
        <p:spPr>
          <a:xfrm rot="-9089871" flipH="1">
            <a:off x="-5596635" y="1893780"/>
            <a:ext cx="7826200" cy="2877895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9"/>
          <p:cNvSpPr/>
          <p:nvPr/>
        </p:nvSpPr>
        <p:spPr>
          <a:xfrm rot="1476017" flipH="1">
            <a:off x="6812373" y="775527"/>
            <a:ext cx="7826071" cy="2877848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9"/>
          <p:cNvSpPr txBox="1">
            <a:spLocks noGrp="1"/>
          </p:cNvSpPr>
          <p:nvPr>
            <p:ph type="title"/>
          </p:nvPr>
        </p:nvSpPr>
        <p:spPr>
          <a:xfrm>
            <a:off x="1242888" y="1932225"/>
            <a:ext cx="1874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71" name="Google Shape;71;p19"/>
          <p:cNvSpPr txBox="1">
            <a:spLocks noGrp="1"/>
          </p:cNvSpPr>
          <p:nvPr>
            <p:ph type="subTitle" idx="1"/>
          </p:nvPr>
        </p:nvSpPr>
        <p:spPr>
          <a:xfrm>
            <a:off x="1242930" y="2287900"/>
            <a:ext cx="18747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9"/>
          <p:cNvSpPr txBox="1">
            <a:spLocks noGrp="1"/>
          </p:cNvSpPr>
          <p:nvPr>
            <p:ph type="title" idx="2"/>
          </p:nvPr>
        </p:nvSpPr>
        <p:spPr>
          <a:xfrm>
            <a:off x="1242889" y="3588576"/>
            <a:ext cx="1874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73" name="Google Shape;73;p19"/>
          <p:cNvSpPr txBox="1">
            <a:spLocks noGrp="1"/>
          </p:cNvSpPr>
          <p:nvPr>
            <p:ph type="subTitle" idx="3"/>
          </p:nvPr>
        </p:nvSpPr>
        <p:spPr>
          <a:xfrm>
            <a:off x="1242909" y="3944251"/>
            <a:ext cx="18747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9"/>
          <p:cNvSpPr txBox="1">
            <a:spLocks noGrp="1"/>
          </p:cNvSpPr>
          <p:nvPr>
            <p:ph type="title" idx="4"/>
          </p:nvPr>
        </p:nvSpPr>
        <p:spPr>
          <a:xfrm>
            <a:off x="3973163" y="1932225"/>
            <a:ext cx="1874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subTitle" idx="5"/>
          </p:nvPr>
        </p:nvSpPr>
        <p:spPr>
          <a:xfrm>
            <a:off x="3973205" y="2287900"/>
            <a:ext cx="18747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title" idx="6"/>
          </p:nvPr>
        </p:nvSpPr>
        <p:spPr>
          <a:xfrm>
            <a:off x="3973164" y="3588576"/>
            <a:ext cx="1874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subTitle" idx="7"/>
          </p:nvPr>
        </p:nvSpPr>
        <p:spPr>
          <a:xfrm>
            <a:off x="3973184" y="3944251"/>
            <a:ext cx="18747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9"/>
          <p:cNvSpPr txBox="1">
            <a:spLocks noGrp="1"/>
          </p:cNvSpPr>
          <p:nvPr>
            <p:ph type="title" idx="8"/>
          </p:nvPr>
        </p:nvSpPr>
        <p:spPr>
          <a:xfrm>
            <a:off x="6703489" y="1932225"/>
            <a:ext cx="1874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subTitle" idx="9"/>
          </p:nvPr>
        </p:nvSpPr>
        <p:spPr>
          <a:xfrm>
            <a:off x="6703530" y="2287900"/>
            <a:ext cx="18747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title" idx="13"/>
          </p:nvPr>
        </p:nvSpPr>
        <p:spPr>
          <a:xfrm>
            <a:off x="6703489" y="3588576"/>
            <a:ext cx="1874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subTitle" idx="14"/>
          </p:nvPr>
        </p:nvSpPr>
        <p:spPr>
          <a:xfrm>
            <a:off x="6703509" y="3944251"/>
            <a:ext cx="18747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title" idx="15"/>
          </p:nvPr>
        </p:nvSpPr>
        <p:spPr>
          <a:xfrm flipH="1"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6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0"/>
          <p:cNvSpPr/>
          <p:nvPr/>
        </p:nvSpPr>
        <p:spPr>
          <a:xfrm rot="-3394465">
            <a:off x="-2929870" y="3433218"/>
            <a:ext cx="8703343" cy="5558223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274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20"/>
          <p:cNvSpPr/>
          <p:nvPr/>
        </p:nvSpPr>
        <p:spPr>
          <a:xfrm flipH="1">
            <a:off x="-4081962" y="-1243497"/>
            <a:ext cx="7065492" cy="5396392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0"/>
          <p:cNvSpPr/>
          <p:nvPr/>
        </p:nvSpPr>
        <p:spPr>
          <a:xfrm rot="-3952094" flipH="1">
            <a:off x="-3954406" y="-32116"/>
            <a:ext cx="7826127" cy="2877868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20"/>
          <p:cNvSpPr/>
          <p:nvPr/>
        </p:nvSpPr>
        <p:spPr>
          <a:xfrm rot="649760">
            <a:off x="-3199069" y="-713258"/>
            <a:ext cx="4974484" cy="1490372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50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0"/>
          <p:cNvSpPr/>
          <p:nvPr/>
        </p:nvSpPr>
        <p:spPr>
          <a:xfrm rot="-813319" flipH="1">
            <a:off x="4926200" y="-3074323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666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20"/>
          <p:cNvSpPr/>
          <p:nvPr/>
        </p:nvSpPr>
        <p:spPr>
          <a:xfrm rot="10285603" flipH="1">
            <a:off x="6080701" y="3752842"/>
            <a:ext cx="7471761" cy="477186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274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20"/>
          <p:cNvSpPr/>
          <p:nvPr/>
        </p:nvSpPr>
        <p:spPr>
          <a:xfrm rot="7426355" flipH="1">
            <a:off x="6582052" y="1132830"/>
            <a:ext cx="7826046" cy="2877838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20"/>
          <p:cNvSpPr txBox="1">
            <a:spLocks noGrp="1"/>
          </p:cNvSpPr>
          <p:nvPr>
            <p:ph type="title"/>
          </p:nvPr>
        </p:nvSpPr>
        <p:spPr>
          <a:xfrm flipH="1"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CUSTOM_19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>
            <a:spLocks noGrp="1"/>
          </p:cNvSpPr>
          <p:nvPr>
            <p:ph type="title"/>
          </p:nvPr>
        </p:nvSpPr>
        <p:spPr>
          <a:xfrm flipH="1">
            <a:off x="720000" y="438912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1"/>
          <p:cNvSpPr txBox="1">
            <a:spLocks noGrp="1"/>
          </p:cNvSpPr>
          <p:nvPr>
            <p:ph type="title" idx="2"/>
          </p:nvPr>
        </p:nvSpPr>
        <p:spPr>
          <a:xfrm>
            <a:off x="4572012" y="3186751"/>
            <a:ext cx="23253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95" name="Google Shape;95;p21"/>
          <p:cNvSpPr txBox="1">
            <a:spLocks noGrp="1"/>
          </p:cNvSpPr>
          <p:nvPr>
            <p:ph type="subTitle" idx="1"/>
          </p:nvPr>
        </p:nvSpPr>
        <p:spPr>
          <a:xfrm>
            <a:off x="4572037" y="3694826"/>
            <a:ext cx="2325300" cy="6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1"/>
          <p:cNvSpPr txBox="1">
            <a:spLocks noGrp="1"/>
          </p:cNvSpPr>
          <p:nvPr>
            <p:ph type="title" idx="3"/>
          </p:nvPr>
        </p:nvSpPr>
        <p:spPr>
          <a:xfrm>
            <a:off x="4572000" y="1747851"/>
            <a:ext cx="23253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97" name="Google Shape;97;p21"/>
          <p:cNvSpPr txBox="1">
            <a:spLocks noGrp="1"/>
          </p:cNvSpPr>
          <p:nvPr>
            <p:ph type="subTitle" idx="4"/>
          </p:nvPr>
        </p:nvSpPr>
        <p:spPr>
          <a:xfrm>
            <a:off x="4572025" y="2255926"/>
            <a:ext cx="2325300" cy="6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1"/>
          <p:cNvSpPr/>
          <p:nvPr/>
        </p:nvSpPr>
        <p:spPr>
          <a:xfrm rot="-813319" flipH="1">
            <a:off x="7030742" y="-1425723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666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2"/>
          <p:cNvSpPr/>
          <p:nvPr/>
        </p:nvSpPr>
        <p:spPr>
          <a:xfrm rot="-813319" flipH="1">
            <a:off x="4432698" y="-3424273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666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2"/>
          <p:cNvSpPr/>
          <p:nvPr/>
        </p:nvSpPr>
        <p:spPr>
          <a:xfrm rot="649785">
            <a:off x="-1816445" y="-738425"/>
            <a:ext cx="4558897" cy="1365861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1">
              <a:alpha val="46274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2"/>
          <p:cNvSpPr/>
          <p:nvPr/>
        </p:nvSpPr>
        <p:spPr>
          <a:xfrm flipH="1">
            <a:off x="620870" y="2238100"/>
            <a:ext cx="7471673" cy="4771807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274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2"/>
          <p:cNvSpPr/>
          <p:nvPr/>
        </p:nvSpPr>
        <p:spPr>
          <a:xfrm rot="-8823147" flipH="1">
            <a:off x="5492915" y="2808773"/>
            <a:ext cx="5990392" cy="5613180"/>
          </a:xfrm>
          <a:custGeom>
            <a:avLst/>
            <a:gdLst/>
            <a:ahLst/>
            <a:cxnLst/>
            <a:rect l="l" t="t" r="r" b="b"/>
            <a:pathLst>
              <a:path w="93299" h="87424" extrusionOk="0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333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2"/>
          <p:cNvSpPr/>
          <p:nvPr/>
        </p:nvSpPr>
        <p:spPr>
          <a:xfrm flipH="1">
            <a:off x="-2254122" y="-142500"/>
            <a:ext cx="4935815" cy="3769836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2"/>
          <p:cNvSpPr/>
          <p:nvPr/>
        </p:nvSpPr>
        <p:spPr>
          <a:xfrm rot="-649785" flipH="1">
            <a:off x="3942880" y="4401125"/>
            <a:ext cx="4558897" cy="1365861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rgbClr val="AC9078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2"/>
          <p:cNvSpPr/>
          <p:nvPr/>
        </p:nvSpPr>
        <p:spPr>
          <a:xfrm rot="-1244193" flipH="1">
            <a:off x="-2695083" y="-777268"/>
            <a:ext cx="7826096" cy="2877857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2"/>
          <p:cNvSpPr/>
          <p:nvPr/>
        </p:nvSpPr>
        <p:spPr>
          <a:xfrm rot="9555807" flipH="1">
            <a:off x="7511217" y="2297294"/>
            <a:ext cx="7826096" cy="2877857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2"/>
          <p:cNvSpPr txBox="1">
            <a:spLocks noGrp="1"/>
          </p:cNvSpPr>
          <p:nvPr>
            <p:ph type="title"/>
          </p:nvPr>
        </p:nvSpPr>
        <p:spPr>
          <a:xfrm>
            <a:off x="1796850" y="1301800"/>
            <a:ext cx="5550300" cy="25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3"/>
          <p:cNvSpPr/>
          <p:nvPr/>
        </p:nvSpPr>
        <p:spPr>
          <a:xfrm rot="813319">
            <a:off x="-704002" y="2342077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666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3"/>
          <p:cNvSpPr/>
          <p:nvPr/>
        </p:nvSpPr>
        <p:spPr>
          <a:xfrm rot="-5553048">
            <a:off x="-3421688" y="1600648"/>
            <a:ext cx="5990367" cy="5613156"/>
          </a:xfrm>
          <a:custGeom>
            <a:avLst/>
            <a:gdLst/>
            <a:ahLst/>
            <a:cxnLst/>
            <a:rect l="l" t="t" r="r" b="b"/>
            <a:pathLst>
              <a:path w="93299" h="87424" extrusionOk="0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rgbClr val="AC9078">
              <a:alpha val="705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3"/>
          <p:cNvSpPr/>
          <p:nvPr/>
        </p:nvSpPr>
        <p:spPr>
          <a:xfrm rot="-1460553" flipH="1">
            <a:off x="6702382" y="-661835"/>
            <a:ext cx="7471555" cy="4771732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274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3"/>
          <p:cNvSpPr/>
          <p:nvPr/>
        </p:nvSpPr>
        <p:spPr>
          <a:xfrm rot="3657786">
            <a:off x="7243056" y="893138"/>
            <a:ext cx="4558957" cy="1365879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3333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3"/>
          <p:cNvSpPr/>
          <p:nvPr/>
        </p:nvSpPr>
        <p:spPr>
          <a:xfrm rot="3624623">
            <a:off x="5761668" y="608449"/>
            <a:ext cx="7826028" cy="2877832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3"/>
          <p:cNvSpPr txBox="1">
            <a:spLocks noGrp="1"/>
          </p:cNvSpPr>
          <p:nvPr>
            <p:ph type="title"/>
          </p:nvPr>
        </p:nvSpPr>
        <p:spPr>
          <a:xfrm>
            <a:off x="720000" y="437700"/>
            <a:ext cx="7702800" cy="6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body" idx="1"/>
          </p:nvPr>
        </p:nvSpPr>
        <p:spPr>
          <a:xfrm>
            <a:off x="720000" y="1095450"/>
            <a:ext cx="7702800" cy="3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250"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/>
          <p:nvPr/>
        </p:nvSpPr>
        <p:spPr>
          <a:xfrm rot="3394465" flipH="1">
            <a:off x="5041484" y="2286018"/>
            <a:ext cx="8703343" cy="5558223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274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4"/>
          <p:cNvSpPr/>
          <p:nvPr/>
        </p:nvSpPr>
        <p:spPr>
          <a:xfrm rot="-10285603">
            <a:off x="7150321" y="-2266383"/>
            <a:ext cx="7471761" cy="477186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3">
              <a:alpha val="25098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4"/>
          <p:cNvSpPr/>
          <p:nvPr/>
        </p:nvSpPr>
        <p:spPr>
          <a:xfrm rot="955394" flipH="1">
            <a:off x="1460861" y="-2197712"/>
            <a:ext cx="7826028" cy="2877832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>
            <a:off x="4572000" y="1369325"/>
            <a:ext cx="3850500" cy="33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400"/>
            </a:lvl1pPr>
            <a:lvl2pPr marL="914400" lvl="1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2pPr>
            <a:lvl3pPr marL="1371600" lvl="2" indent="-32385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■"/>
              <a:defRPr/>
            </a:lvl3pPr>
            <a:lvl4pPr marL="1828800" lvl="3" indent="-32385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●"/>
              <a:defRPr/>
            </a:lvl4pPr>
            <a:lvl5pPr marL="2286000" lvl="4" indent="-330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5pPr>
            <a:lvl6pPr marL="2743200" lvl="5" indent="-330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/>
            </a:lvl6pPr>
            <a:lvl7pPr marL="3200400" lvl="6" indent="-31115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7pPr>
            <a:lvl8pPr marL="3657600" lvl="7" indent="-31115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8pPr>
            <a:lvl9pPr marL="4114800" lvl="8" indent="-3302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title"/>
          </p:nvPr>
        </p:nvSpPr>
        <p:spPr>
          <a:xfrm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6"/>
          <p:cNvSpPr/>
          <p:nvPr/>
        </p:nvSpPr>
        <p:spPr>
          <a:xfrm rot="-10285629">
            <a:off x="4140874" y="-2015123"/>
            <a:ext cx="9471588" cy="6049060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274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6"/>
          <p:cNvSpPr/>
          <p:nvPr/>
        </p:nvSpPr>
        <p:spPr>
          <a:xfrm flipH="1">
            <a:off x="6818628" y="2586663"/>
            <a:ext cx="5766771" cy="3682967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54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6"/>
          <p:cNvSpPr/>
          <p:nvPr/>
        </p:nvSpPr>
        <p:spPr>
          <a:xfrm rot="9748587" flipH="1">
            <a:off x="5601527" y="2021265"/>
            <a:ext cx="8200944" cy="3015698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6"/>
          <p:cNvSpPr/>
          <p:nvPr/>
        </p:nvSpPr>
        <p:spPr>
          <a:xfrm rot="4102346" flipH="1">
            <a:off x="-2270967" y="3805847"/>
            <a:ext cx="9416338" cy="601377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274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6"/>
          <p:cNvSpPr/>
          <p:nvPr/>
        </p:nvSpPr>
        <p:spPr>
          <a:xfrm rot="813319">
            <a:off x="-3580677" y="-1425723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666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6"/>
          <p:cNvSpPr/>
          <p:nvPr/>
        </p:nvSpPr>
        <p:spPr>
          <a:xfrm>
            <a:off x="3065327" y="-4200997"/>
            <a:ext cx="7065492" cy="5396392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098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7"/>
          <p:cNvSpPr/>
          <p:nvPr/>
        </p:nvSpPr>
        <p:spPr>
          <a:xfrm rot="4102360" flipH="1">
            <a:off x="-2512533" y="4030635"/>
            <a:ext cx="7471578" cy="4771747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274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7"/>
          <p:cNvSpPr/>
          <p:nvPr/>
        </p:nvSpPr>
        <p:spPr>
          <a:xfrm rot="813319">
            <a:off x="-4129602" y="-1737023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666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7"/>
          <p:cNvSpPr/>
          <p:nvPr/>
        </p:nvSpPr>
        <p:spPr>
          <a:xfrm rot="3394465" flipH="1">
            <a:off x="5593334" y="2171418"/>
            <a:ext cx="8703343" cy="5558223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5882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7"/>
          <p:cNvSpPr/>
          <p:nvPr/>
        </p:nvSpPr>
        <p:spPr>
          <a:xfrm rot="-10285603">
            <a:off x="6336471" y="-2917283"/>
            <a:ext cx="7471761" cy="477186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3">
              <a:alpha val="25098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7"/>
          <p:cNvSpPr/>
          <p:nvPr/>
        </p:nvSpPr>
        <p:spPr>
          <a:xfrm rot="-2238616">
            <a:off x="-4635728" y="470344"/>
            <a:ext cx="7826078" cy="2877850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36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8"/>
          <p:cNvSpPr/>
          <p:nvPr/>
        </p:nvSpPr>
        <p:spPr>
          <a:xfrm rot="813319">
            <a:off x="-1121291" y="-3424273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666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8"/>
          <p:cNvSpPr/>
          <p:nvPr/>
        </p:nvSpPr>
        <p:spPr>
          <a:xfrm rot="-649785" flipH="1">
            <a:off x="6971064" y="-738425"/>
            <a:ext cx="4558897" cy="1365861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1">
              <a:alpha val="46274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8"/>
          <p:cNvSpPr/>
          <p:nvPr/>
        </p:nvSpPr>
        <p:spPr>
          <a:xfrm>
            <a:off x="1620973" y="2238100"/>
            <a:ext cx="7471673" cy="4771807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274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8"/>
          <p:cNvSpPr/>
          <p:nvPr/>
        </p:nvSpPr>
        <p:spPr>
          <a:xfrm rot="8823147">
            <a:off x="-2081090" y="2808773"/>
            <a:ext cx="5990392" cy="5613180"/>
          </a:xfrm>
          <a:custGeom>
            <a:avLst/>
            <a:gdLst/>
            <a:ahLst/>
            <a:cxnLst/>
            <a:rect l="l" t="t" r="r" b="b"/>
            <a:pathLst>
              <a:path w="93299" h="87424" extrusionOk="0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333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8"/>
          <p:cNvSpPr/>
          <p:nvPr/>
        </p:nvSpPr>
        <p:spPr>
          <a:xfrm rot="-8100000">
            <a:off x="7300672" y="494176"/>
            <a:ext cx="4935837" cy="3769884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8"/>
          <p:cNvSpPr/>
          <p:nvPr/>
        </p:nvSpPr>
        <p:spPr>
          <a:xfrm rot="649785">
            <a:off x="1211739" y="4401125"/>
            <a:ext cx="4558897" cy="1365861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rgbClr val="AC9078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8"/>
          <p:cNvSpPr/>
          <p:nvPr/>
        </p:nvSpPr>
        <p:spPr>
          <a:xfrm rot="2128845">
            <a:off x="3591964" y="-1767729"/>
            <a:ext cx="7826192" cy="2877892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8"/>
          <p:cNvSpPr/>
          <p:nvPr/>
        </p:nvSpPr>
        <p:spPr>
          <a:xfrm rot="-9555807">
            <a:off x="-5772621" y="2297294"/>
            <a:ext cx="7826096" cy="2877857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37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9"/>
          <p:cNvSpPr/>
          <p:nvPr/>
        </p:nvSpPr>
        <p:spPr>
          <a:xfrm rot="-7405535" flipH="1">
            <a:off x="-3234670" y="-3952493"/>
            <a:ext cx="8703343" cy="5558223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274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9"/>
          <p:cNvSpPr/>
          <p:nvPr/>
        </p:nvSpPr>
        <p:spPr>
          <a:xfrm rot="10800000">
            <a:off x="-4386762" y="886054"/>
            <a:ext cx="7065492" cy="5396392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9"/>
          <p:cNvSpPr/>
          <p:nvPr/>
        </p:nvSpPr>
        <p:spPr>
          <a:xfrm rot="-6847906">
            <a:off x="-4259206" y="2193197"/>
            <a:ext cx="7826127" cy="2877868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9"/>
          <p:cNvSpPr/>
          <p:nvPr/>
        </p:nvSpPr>
        <p:spPr>
          <a:xfrm rot="10150240" flipH="1">
            <a:off x="-3503869" y="4261834"/>
            <a:ext cx="4974484" cy="1490372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50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9"/>
          <p:cNvSpPr/>
          <p:nvPr/>
        </p:nvSpPr>
        <p:spPr>
          <a:xfrm rot="-9986681">
            <a:off x="4621400" y="2424119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666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9"/>
          <p:cNvSpPr/>
          <p:nvPr/>
        </p:nvSpPr>
        <p:spPr>
          <a:xfrm rot="514397">
            <a:off x="5775901" y="-3485758"/>
            <a:ext cx="7471761" cy="477186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274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9"/>
          <p:cNvSpPr/>
          <p:nvPr/>
        </p:nvSpPr>
        <p:spPr>
          <a:xfrm rot="3373645">
            <a:off x="6277252" y="1028280"/>
            <a:ext cx="7826046" cy="2877838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>
            <a:spLocks noGrp="1"/>
          </p:cNvSpPr>
          <p:nvPr>
            <p:ph type="title"/>
          </p:nvPr>
        </p:nvSpPr>
        <p:spPr>
          <a:xfrm>
            <a:off x="721075" y="438900"/>
            <a:ext cx="7698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0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lim Park"/>
              <a:buNone/>
              <a:defRPr sz="3500" b="0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lim Park"/>
              <a:buNone/>
              <a:defRPr sz="3500" b="0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lim Park"/>
              <a:buNone/>
              <a:defRPr sz="3500" b="0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lim Park"/>
              <a:buNone/>
              <a:defRPr sz="3500" b="0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lim Park"/>
              <a:buNone/>
              <a:defRPr sz="3500" b="0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lim Park"/>
              <a:buNone/>
              <a:defRPr sz="3500" b="0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lim Park"/>
              <a:buNone/>
              <a:defRPr sz="3500" b="0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lim Park"/>
              <a:buNone/>
              <a:defRPr sz="3500" b="0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9pPr>
          </a:lstStyle>
          <a:p>
            <a:endParaRPr/>
          </a:p>
        </p:txBody>
      </p:sp>
      <p:sp>
        <p:nvSpPr>
          <p:cNvPr id="7" name="Google Shape;7;p12"/>
          <p:cNvSpPr txBox="1">
            <a:spLocks noGrp="1"/>
          </p:cNvSpPr>
          <p:nvPr>
            <p:ph type="body" idx="1"/>
          </p:nvPr>
        </p:nvSpPr>
        <p:spPr>
          <a:xfrm>
            <a:off x="721075" y="1351868"/>
            <a:ext cx="7701900" cy="32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●"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○"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■"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●"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○"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■"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●"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○"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■"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www.latercera.com/paula/salud-mental-y-pobreza-en-chile-solo-el-19-de-las-personas-que-requieren-atencion-tienen-acceso/" TargetMode="External"/><Relationship Id="rId4" Type="http://schemas.openxmlformats.org/officeDocument/2006/relationships/hyperlink" Target="https://www.achs.cl/centro-de-noticias/noticia/2024/uno-de-cada-cuatro-chilenos-presenta-sIntomas-de-ansiedad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fELx64JTNmj78f3qvLM7CMjfF6dBOFaD/view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"/>
          <p:cNvSpPr txBox="1">
            <a:spLocks noGrp="1"/>
          </p:cNvSpPr>
          <p:nvPr>
            <p:ph type="ctrTitle"/>
          </p:nvPr>
        </p:nvSpPr>
        <p:spPr>
          <a:xfrm>
            <a:off x="692394" y="2656779"/>
            <a:ext cx="7759211" cy="99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3600" dirty="0">
                <a:solidFill>
                  <a:schemeClr val="lt1"/>
                </a:solidFill>
                <a:latin typeface="Kulim Park"/>
                <a:ea typeface="Kulim Park"/>
                <a:cs typeface="Kulim Park"/>
                <a:sym typeface="Kulim Park"/>
              </a:rPr>
              <a:t>Acompañante Universal</a:t>
            </a:r>
            <a:r>
              <a:rPr lang="en" sz="3600" dirty="0">
                <a:solidFill>
                  <a:schemeClr val="dk2"/>
                </a:solidFill>
                <a:latin typeface="Kulim Park"/>
                <a:ea typeface="Kulim Park"/>
                <a:cs typeface="Kulim Park"/>
                <a:sym typeface="Kulim Park"/>
              </a:rPr>
              <a:t> Red Apoyo</a:t>
            </a:r>
            <a:endParaRPr sz="3600" dirty="0">
              <a:solidFill>
                <a:schemeClr val="dk2"/>
              </a:solidFill>
              <a:latin typeface="Kulim Park"/>
              <a:ea typeface="Kulim Park"/>
              <a:cs typeface="Kulim Park"/>
              <a:sym typeface="Kulim Park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B2250AA-994D-4813-9003-F7001BA28B99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349" y="114422"/>
            <a:ext cx="199644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58;p1">
            <a:extLst>
              <a:ext uri="{FF2B5EF4-FFF2-40B4-BE49-F238E27FC236}">
                <a16:creationId xmlns:a16="http://schemas.microsoft.com/office/drawing/2014/main" id="{83296CD2-C707-4A52-9E12-8E65B8A350A3}"/>
              </a:ext>
            </a:extLst>
          </p:cNvPr>
          <p:cNvSpPr txBox="1">
            <a:spLocks/>
          </p:cNvSpPr>
          <p:nvPr/>
        </p:nvSpPr>
        <p:spPr>
          <a:xfrm>
            <a:off x="3024857" y="1664257"/>
            <a:ext cx="3094284" cy="99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Kulim Park"/>
              <a:buNone/>
              <a:defRPr sz="6600" b="0" i="0" u="none" strike="noStrike" cap="none">
                <a:solidFill>
                  <a:schemeClr val="dk1"/>
                </a:solidFill>
                <a:latin typeface="Kulim Park SemiBold"/>
                <a:ea typeface="Kulim Park SemiBold"/>
                <a:cs typeface="Kulim Park SemiBold"/>
                <a:sym typeface="Kulim Park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Kulim Park"/>
              <a:buNone/>
              <a:defRPr sz="5200" b="0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Kulim Park"/>
              <a:buNone/>
              <a:defRPr sz="5200" b="0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Kulim Park"/>
              <a:buNone/>
              <a:defRPr sz="5200" b="0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Kulim Park"/>
              <a:buNone/>
              <a:defRPr sz="5200" b="0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Kulim Park"/>
              <a:buNone/>
              <a:defRPr sz="5200" b="0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Kulim Park"/>
              <a:buNone/>
              <a:defRPr sz="5200" b="0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Kulim Park"/>
              <a:buNone/>
              <a:defRPr sz="5200" b="0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Kulim Park"/>
              <a:buNone/>
              <a:defRPr sz="5200" b="0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9pPr>
          </a:lstStyle>
          <a:p>
            <a:r>
              <a:rPr lang="es-ES" sz="6000" dirty="0">
                <a:latin typeface="Kulim Park"/>
                <a:ea typeface="Kulim Park"/>
                <a:cs typeface="Kulim Park"/>
                <a:sym typeface="Kulim Park"/>
              </a:rPr>
              <a:t> AURA</a:t>
            </a:r>
            <a:endParaRPr lang="es-ES" sz="3600" dirty="0">
              <a:solidFill>
                <a:schemeClr val="dk2"/>
              </a:solidFill>
              <a:latin typeface="Kulim Park"/>
              <a:ea typeface="Kulim Park"/>
              <a:cs typeface="Kulim Park"/>
              <a:sym typeface="Kulim Par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"/>
          <p:cNvSpPr txBox="1">
            <a:spLocks noGrp="1"/>
          </p:cNvSpPr>
          <p:nvPr>
            <p:ph type="title"/>
          </p:nvPr>
        </p:nvSpPr>
        <p:spPr>
          <a:xfrm flipH="1"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solidFill>
                  <a:schemeClr val="lt1"/>
                </a:solidFill>
              </a:rPr>
              <a:t>Problematica</a:t>
            </a:r>
            <a:endParaRPr/>
          </a:p>
        </p:txBody>
      </p:sp>
      <p:graphicFrame>
        <p:nvGraphicFramePr>
          <p:cNvPr id="164" name="Google Shape;164;p3"/>
          <p:cNvGraphicFramePr/>
          <p:nvPr/>
        </p:nvGraphicFramePr>
        <p:xfrm>
          <a:off x="706375" y="1472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{0E5A64BC-DEC8-4598-B236-54A1455FF346}</a:tableStyleId>
              </a:tblPr>
              <a:tblGrid>
                <a:gridCol w="1952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5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chemeClr val="hlink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Salud Mental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Aumento de problemas relacionadas con la salud mental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chemeClr val="hlink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Aplicación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Falta de aplicaciones que ayuden o mantengan informado para sobrellevar situaciones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chemeClr val="hlink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Bienestar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Descuidos diarios y/0 malos hábitos para mantenerse bien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chemeClr val="hlink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Compañia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Muchas veces no tenemos la confianza o la personalidad para pedir ayuda a una persona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5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Acceso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Dificultad para asistir a un psicólogo y costos de atención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b="1" u="none" strike="noStrike" cap="non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9EA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5" name="Google Shape;165;p3"/>
          <p:cNvSpPr txBox="1"/>
          <p:nvPr/>
        </p:nvSpPr>
        <p:spPr>
          <a:xfrm>
            <a:off x="2337837" y="4177866"/>
            <a:ext cx="4454625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En respuesta a todas estas necesidades nace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AURA</a:t>
            </a:r>
            <a:endParaRPr sz="1400" b="1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4"/>
          <p:cNvPicPr preferRelativeResize="0"/>
          <p:nvPr/>
        </p:nvPicPr>
        <p:blipFill rotWithShape="1">
          <a:blip r:embed="rId3">
            <a:alphaModFix/>
          </a:blip>
          <a:srcRect l="52822" t="7847" r="7502" b="7855"/>
          <a:stretch/>
        </p:blipFill>
        <p:spPr>
          <a:xfrm>
            <a:off x="5763046" y="457985"/>
            <a:ext cx="3207603" cy="4548952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4"/>
          <p:cNvSpPr/>
          <p:nvPr/>
        </p:nvSpPr>
        <p:spPr>
          <a:xfrm rot="-5399797">
            <a:off x="4892606" y="600663"/>
            <a:ext cx="5193277" cy="3951233"/>
          </a:xfrm>
          <a:custGeom>
            <a:avLst/>
            <a:gdLst/>
            <a:ahLst/>
            <a:cxnLst/>
            <a:rect l="l" t="t" r="r" b="b"/>
            <a:pathLst>
              <a:path w="122671" h="122671" extrusionOk="0">
                <a:moveTo>
                  <a:pt x="61288" y="15890"/>
                </a:moveTo>
                <a:cubicBezTo>
                  <a:pt x="74134" y="15890"/>
                  <a:pt x="87890" y="17837"/>
                  <a:pt x="98492" y="25582"/>
                </a:cubicBezTo>
                <a:cubicBezTo>
                  <a:pt x="106392" y="31355"/>
                  <a:pt x="107052" y="41356"/>
                  <a:pt x="105729" y="50292"/>
                </a:cubicBezTo>
                <a:cubicBezTo>
                  <a:pt x="104207" y="60560"/>
                  <a:pt x="103318" y="70931"/>
                  <a:pt x="101429" y="81148"/>
                </a:cubicBezTo>
                <a:cubicBezTo>
                  <a:pt x="99916" y="89314"/>
                  <a:pt x="96431" y="97128"/>
                  <a:pt x="88124" y="99955"/>
                </a:cubicBezTo>
                <a:cubicBezTo>
                  <a:pt x="84437" y="101209"/>
                  <a:pt x="80540" y="101601"/>
                  <a:pt x="76602" y="101601"/>
                </a:cubicBezTo>
                <a:cubicBezTo>
                  <a:pt x="71796" y="101601"/>
                  <a:pt x="66926" y="101018"/>
                  <a:pt x="62297" y="100710"/>
                </a:cubicBezTo>
                <a:cubicBezTo>
                  <a:pt x="51217" y="99976"/>
                  <a:pt x="40203" y="98506"/>
                  <a:pt x="29211" y="96964"/>
                </a:cubicBezTo>
                <a:cubicBezTo>
                  <a:pt x="16647" y="95202"/>
                  <a:pt x="10610" y="89119"/>
                  <a:pt x="11276" y="76081"/>
                </a:cubicBezTo>
                <a:cubicBezTo>
                  <a:pt x="11770" y="66433"/>
                  <a:pt x="13452" y="56900"/>
                  <a:pt x="15516" y="47476"/>
                </a:cubicBezTo>
                <a:cubicBezTo>
                  <a:pt x="17086" y="40308"/>
                  <a:pt x="17867" y="30029"/>
                  <a:pt x="23464" y="24632"/>
                </a:cubicBezTo>
                <a:cubicBezTo>
                  <a:pt x="31878" y="16520"/>
                  <a:pt x="46079" y="16024"/>
                  <a:pt x="57526" y="15914"/>
                </a:cubicBezTo>
                <a:cubicBezTo>
                  <a:pt x="58439" y="15906"/>
                  <a:pt x="59335" y="15900"/>
                  <a:pt x="60210" y="15894"/>
                </a:cubicBezTo>
                <a:cubicBezTo>
                  <a:pt x="60569" y="15891"/>
                  <a:pt x="60928" y="15890"/>
                  <a:pt x="61288" y="15890"/>
                </a:cubicBezTo>
                <a:close/>
                <a:moveTo>
                  <a:pt x="0" y="0"/>
                </a:moveTo>
                <a:lnTo>
                  <a:pt x="0" y="122670"/>
                </a:lnTo>
                <a:lnTo>
                  <a:pt x="122671" y="122670"/>
                </a:lnTo>
                <a:lnTo>
                  <a:pt x="12267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4"/>
          <p:cNvSpPr/>
          <p:nvPr/>
        </p:nvSpPr>
        <p:spPr>
          <a:xfrm>
            <a:off x="709700" y="3156699"/>
            <a:ext cx="1876817" cy="1352062"/>
          </a:xfrm>
          <a:custGeom>
            <a:avLst/>
            <a:gdLst/>
            <a:ahLst/>
            <a:cxnLst/>
            <a:rect l="l" t="t" r="r" b="b"/>
            <a:pathLst>
              <a:path w="18827" h="13563" extrusionOk="0">
                <a:moveTo>
                  <a:pt x="7161" y="0"/>
                </a:moveTo>
                <a:cubicBezTo>
                  <a:pt x="6367" y="0"/>
                  <a:pt x="5745" y="97"/>
                  <a:pt x="5462" y="302"/>
                </a:cubicBezTo>
                <a:cubicBezTo>
                  <a:pt x="5439" y="302"/>
                  <a:pt x="5416" y="302"/>
                  <a:pt x="5393" y="302"/>
                </a:cubicBezTo>
                <a:cubicBezTo>
                  <a:pt x="1116" y="302"/>
                  <a:pt x="1" y="5785"/>
                  <a:pt x="370" y="9035"/>
                </a:cubicBezTo>
                <a:cubicBezTo>
                  <a:pt x="734" y="12239"/>
                  <a:pt x="5348" y="13486"/>
                  <a:pt x="7931" y="13560"/>
                </a:cubicBezTo>
                <a:cubicBezTo>
                  <a:pt x="7975" y="13562"/>
                  <a:pt x="8020" y="13562"/>
                  <a:pt x="8064" y="13562"/>
                </a:cubicBezTo>
                <a:cubicBezTo>
                  <a:pt x="13120" y="13562"/>
                  <a:pt x="18826" y="5169"/>
                  <a:pt x="13911" y="1714"/>
                </a:cubicBezTo>
                <a:cubicBezTo>
                  <a:pt x="12377" y="637"/>
                  <a:pt x="9200" y="0"/>
                  <a:pt x="7161" y="0"/>
                </a:cubicBezTo>
                <a:close/>
              </a:path>
            </a:pathLst>
          </a:custGeom>
          <a:solidFill>
            <a:schemeClr val="accent1">
              <a:alpha val="46274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4"/>
          <p:cNvSpPr txBox="1">
            <a:spLocks noGrp="1"/>
          </p:cNvSpPr>
          <p:nvPr>
            <p:ph type="title"/>
          </p:nvPr>
        </p:nvSpPr>
        <p:spPr>
          <a:xfrm flipH="1">
            <a:off x="720000" y="247517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Contexto</a:t>
            </a:r>
            <a:endParaRPr/>
          </a:p>
        </p:txBody>
      </p:sp>
      <p:sp>
        <p:nvSpPr>
          <p:cNvPr id="174" name="Google Shape;174;p4"/>
          <p:cNvSpPr/>
          <p:nvPr/>
        </p:nvSpPr>
        <p:spPr>
          <a:xfrm rot="3394465" flipH="1">
            <a:off x="3067573" y="3450676"/>
            <a:ext cx="8703343" cy="5558223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274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5867027" y="-1243497"/>
            <a:ext cx="7065492" cy="5396392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4"/>
          <p:cNvSpPr/>
          <p:nvPr/>
        </p:nvSpPr>
        <p:spPr>
          <a:xfrm rot="3952094">
            <a:off x="4978836" y="-32116"/>
            <a:ext cx="7826127" cy="2877868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4"/>
          <p:cNvSpPr/>
          <p:nvPr/>
        </p:nvSpPr>
        <p:spPr>
          <a:xfrm rot="-649760" flipH="1">
            <a:off x="7075142" y="-713258"/>
            <a:ext cx="4974484" cy="1490372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50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4"/>
          <p:cNvSpPr txBox="1"/>
          <p:nvPr/>
        </p:nvSpPr>
        <p:spPr>
          <a:xfrm>
            <a:off x="2261049" y="1170400"/>
            <a:ext cx="2647482" cy="547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1 de cada 4 chilenos presenta síntomas de ansiedad</a:t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9" name="Google Shape;179;p4"/>
          <p:cNvSpPr/>
          <p:nvPr/>
        </p:nvSpPr>
        <p:spPr>
          <a:xfrm flipH="1">
            <a:off x="743599" y="745563"/>
            <a:ext cx="1514444" cy="1091143"/>
          </a:xfrm>
          <a:custGeom>
            <a:avLst/>
            <a:gdLst/>
            <a:ahLst/>
            <a:cxnLst/>
            <a:rect l="l" t="t" r="r" b="b"/>
            <a:pathLst>
              <a:path w="18827" h="13563" extrusionOk="0">
                <a:moveTo>
                  <a:pt x="7161" y="0"/>
                </a:moveTo>
                <a:cubicBezTo>
                  <a:pt x="6367" y="0"/>
                  <a:pt x="5745" y="97"/>
                  <a:pt x="5462" y="302"/>
                </a:cubicBezTo>
                <a:cubicBezTo>
                  <a:pt x="5439" y="302"/>
                  <a:pt x="5416" y="302"/>
                  <a:pt x="5393" y="302"/>
                </a:cubicBezTo>
                <a:cubicBezTo>
                  <a:pt x="1116" y="302"/>
                  <a:pt x="1" y="5785"/>
                  <a:pt x="370" y="9035"/>
                </a:cubicBezTo>
                <a:cubicBezTo>
                  <a:pt x="734" y="12239"/>
                  <a:pt x="5348" y="13486"/>
                  <a:pt x="7931" y="13560"/>
                </a:cubicBezTo>
                <a:cubicBezTo>
                  <a:pt x="7975" y="13562"/>
                  <a:pt x="8020" y="13562"/>
                  <a:pt x="8064" y="13562"/>
                </a:cubicBezTo>
                <a:cubicBezTo>
                  <a:pt x="13120" y="13562"/>
                  <a:pt x="18826" y="5169"/>
                  <a:pt x="13911" y="1714"/>
                </a:cubicBezTo>
                <a:cubicBezTo>
                  <a:pt x="12377" y="637"/>
                  <a:pt x="9200" y="0"/>
                  <a:pt x="7161" y="0"/>
                </a:cubicBezTo>
                <a:close/>
              </a:path>
            </a:pathLst>
          </a:custGeom>
          <a:solidFill>
            <a:schemeClr val="lt1">
              <a:alpha val="25098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4"/>
          <p:cNvSpPr/>
          <p:nvPr/>
        </p:nvSpPr>
        <p:spPr>
          <a:xfrm>
            <a:off x="516821" y="689503"/>
            <a:ext cx="1345800" cy="1345800"/>
          </a:xfrm>
          <a:prstGeom prst="donut">
            <a:avLst>
              <a:gd name="adj" fmla="val 11930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4"/>
          <p:cNvSpPr/>
          <p:nvPr/>
        </p:nvSpPr>
        <p:spPr>
          <a:xfrm flipH="1">
            <a:off x="509600" y="682082"/>
            <a:ext cx="1360200" cy="1360200"/>
          </a:xfrm>
          <a:prstGeom prst="blockArc">
            <a:avLst>
              <a:gd name="adj1" fmla="val 19648100"/>
              <a:gd name="adj2" fmla="val 16256715"/>
              <a:gd name="adj3" fmla="val 1271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4"/>
          <p:cNvSpPr txBox="1"/>
          <p:nvPr/>
        </p:nvSpPr>
        <p:spPr>
          <a:xfrm>
            <a:off x="743587" y="1148251"/>
            <a:ext cx="8982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0" i="0" u="none" strike="noStrike" cap="none">
                <a:solidFill>
                  <a:srgbClr val="000000"/>
                </a:solidFill>
                <a:latin typeface="Kulim Park"/>
                <a:ea typeface="Kulim Park"/>
                <a:cs typeface="Kulim Park"/>
                <a:sym typeface="Kulim Park"/>
              </a:rPr>
              <a:t>25%</a:t>
            </a:r>
            <a:endParaRPr/>
          </a:p>
        </p:txBody>
      </p:sp>
      <p:sp>
        <p:nvSpPr>
          <p:cNvPr id="183" name="Google Shape;183;p4"/>
          <p:cNvSpPr txBox="1"/>
          <p:nvPr/>
        </p:nvSpPr>
        <p:spPr>
          <a:xfrm>
            <a:off x="2041799" y="4541452"/>
            <a:ext cx="751500" cy="4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rPr>
              <a:t>20%</a:t>
            </a:r>
            <a:endParaRPr sz="2000" b="0" i="0" u="none" strike="noStrike" cap="none">
              <a:solidFill>
                <a:schemeClr val="dk1"/>
              </a:solidFill>
              <a:latin typeface="Kulim Park"/>
              <a:ea typeface="Kulim Park"/>
              <a:cs typeface="Kulim Park"/>
              <a:sym typeface="Kulim Park"/>
            </a:endParaRPr>
          </a:p>
        </p:txBody>
      </p:sp>
      <p:sp>
        <p:nvSpPr>
          <p:cNvPr id="184" name="Google Shape;184;p4"/>
          <p:cNvSpPr/>
          <p:nvPr/>
        </p:nvSpPr>
        <p:spPr>
          <a:xfrm rot="189165" flipH="1">
            <a:off x="2094708" y="2621758"/>
            <a:ext cx="634336" cy="1939342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accent3">
              <a:alpha val="48235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4"/>
          <p:cNvSpPr/>
          <p:nvPr/>
        </p:nvSpPr>
        <p:spPr>
          <a:xfrm rot="189165" flipH="1">
            <a:off x="2056944" y="4146893"/>
            <a:ext cx="634336" cy="431851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4"/>
          <p:cNvSpPr txBox="1"/>
          <p:nvPr/>
        </p:nvSpPr>
        <p:spPr>
          <a:xfrm>
            <a:off x="2913645" y="4560237"/>
            <a:ext cx="751500" cy="4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rPr>
              <a:t>80%</a:t>
            </a:r>
            <a:endParaRPr sz="2000" b="0" i="0" u="none" strike="noStrike" cap="none">
              <a:solidFill>
                <a:schemeClr val="dk1"/>
              </a:solidFill>
              <a:latin typeface="Kulim Park"/>
              <a:ea typeface="Kulim Park"/>
              <a:cs typeface="Kulim Park"/>
              <a:sym typeface="Kulim Park"/>
            </a:endParaRPr>
          </a:p>
        </p:txBody>
      </p:sp>
      <p:sp>
        <p:nvSpPr>
          <p:cNvPr id="187" name="Google Shape;187;p4"/>
          <p:cNvSpPr/>
          <p:nvPr/>
        </p:nvSpPr>
        <p:spPr>
          <a:xfrm rot="189165" flipH="1">
            <a:off x="2977106" y="2640543"/>
            <a:ext cx="634336" cy="1939342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accent3">
              <a:alpha val="48235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4"/>
          <p:cNvSpPr/>
          <p:nvPr/>
        </p:nvSpPr>
        <p:spPr>
          <a:xfrm rot="189165" flipH="1">
            <a:off x="2959520" y="3049020"/>
            <a:ext cx="634336" cy="1549355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4"/>
          <p:cNvSpPr txBox="1"/>
          <p:nvPr/>
        </p:nvSpPr>
        <p:spPr>
          <a:xfrm>
            <a:off x="1862621" y="2288286"/>
            <a:ext cx="1158900" cy="3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Acceso</a:t>
            </a:r>
            <a:endParaRPr sz="14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90" name="Google Shape;190;p4"/>
          <p:cNvSpPr txBox="1"/>
          <p:nvPr/>
        </p:nvSpPr>
        <p:spPr>
          <a:xfrm>
            <a:off x="2879730" y="2299526"/>
            <a:ext cx="1158900" cy="3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Sin Acceso</a:t>
            </a:r>
            <a:endParaRPr sz="14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91" name="Google Shape;191;p4"/>
          <p:cNvSpPr txBox="1"/>
          <p:nvPr/>
        </p:nvSpPr>
        <p:spPr>
          <a:xfrm>
            <a:off x="3720079" y="3854052"/>
            <a:ext cx="2647482" cy="563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Sólo 20% de la población tiene acceso a salud mental</a:t>
            </a:r>
            <a:endParaRPr sz="14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92" name="Google Shape;192;p4"/>
          <p:cNvSpPr txBox="1"/>
          <p:nvPr/>
        </p:nvSpPr>
        <p:spPr>
          <a:xfrm>
            <a:off x="1869801" y="1583850"/>
            <a:ext cx="4365300" cy="5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None/>
            </a:pPr>
            <a:r>
              <a:rPr lang="en" sz="1100" u="sng">
                <a:solidFill>
                  <a:schemeClr val="hlink"/>
                </a:solidFill>
                <a:hlinkClick r:id="rId4"/>
              </a:rPr>
              <a:t>Uno de cada cuatro chilenos presenta síntomas de ansiedad</a:t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93" name="Google Shape;193;p4"/>
          <p:cNvSpPr txBox="1"/>
          <p:nvPr/>
        </p:nvSpPr>
        <p:spPr>
          <a:xfrm>
            <a:off x="589027" y="4766175"/>
            <a:ext cx="8187300" cy="5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5"/>
              </a:rPr>
              <a:t>Salud mental y pobreza en Chile: “Solo el 19% de las personas que requieren atención tienen acceso” - La Tercera</a:t>
            </a:r>
            <a:endParaRPr sz="14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5" title="abstract-minimal-concept-flowers-shadows.jpg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3568" r="13560"/>
          <a:stretch/>
        </p:blipFill>
        <p:spPr>
          <a:xfrm>
            <a:off x="704000" y="1274500"/>
            <a:ext cx="3546900" cy="3244199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5"/>
          <p:cNvSpPr/>
          <p:nvPr/>
        </p:nvSpPr>
        <p:spPr>
          <a:xfrm>
            <a:off x="348650" y="804585"/>
            <a:ext cx="4180934" cy="4180628"/>
          </a:xfrm>
          <a:custGeom>
            <a:avLst/>
            <a:gdLst/>
            <a:ahLst/>
            <a:cxnLst/>
            <a:rect l="l" t="t" r="r" b="b"/>
            <a:pathLst>
              <a:path w="122671" h="122671" extrusionOk="0">
                <a:moveTo>
                  <a:pt x="61288" y="15890"/>
                </a:moveTo>
                <a:cubicBezTo>
                  <a:pt x="74134" y="15890"/>
                  <a:pt x="87890" y="17837"/>
                  <a:pt x="98492" y="25582"/>
                </a:cubicBezTo>
                <a:cubicBezTo>
                  <a:pt x="106392" y="31355"/>
                  <a:pt x="107052" y="41356"/>
                  <a:pt x="105729" y="50292"/>
                </a:cubicBezTo>
                <a:cubicBezTo>
                  <a:pt x="104207" y="60560"/>
                  <a:pt x="103318" y="70931"/>
                  <a:pt x="101429" y="81148"/>
                </a:cubicBezTo>
                <a:cubicBezTo>
                  <a:pt x="99916" y="89314"/>
                  <a:pt x="96431" y="97128"/>
                  <a:pt x="88124" y="99955"/>
                </a:cubicBezTo>
                <a:cubicBezTo>
                  <a:pt x="84437" y="101209"/>
                  <a:pt x="80540" y="101601"/>
                  <a:pt x="76602" y="101601"/>
                </a:cubicBezTo>
                <a:cubicBezTo>
                  <a:pt x="71796" y="101601"/>
                  <a:pt x="66926" y="101018"/>
                  <a:pt x="62297" y="100710"/>
                </a:cubicBezTo>
                <a:cubicBezTo>
                  <a:pt x="51217" y="99976"/>
                  <a:pt x="40203" y="98506"/>
                  <a:pt x="29211" y="96964"/>
                </a:cubicBezTo>
                <a:cubicBezTo>
                  <a:pt x="16647" y="95202"/>
                  <a:pt x="10610" y="89119"/>
                  <a:pt x="11276" y="76081"/>
                </a:cubicBezTo>
                <a:cubicBezTo>
                  <a:pt x="11770" y="66433"/>
                  <a:pt x="13452" y="56900"/>
                  <a:pt x="15516" y="47476"/>
                </a:cubicBezTo>
                <a:cubicBezTo>
                  <a:pt x="17086" y="40308"/>
                  <a:pt x="17867" y="30029"/>
                  <a:pt x="23464" y="24632"/>
                </a:cubicBezTo>
                <a:cubicBezTo>
                  <a:pt x="31878" y="16520"/>
                  <a:pt x="46079" y="16024"/>
                  <a:pt x="57526" y="15914"/>
                </a:cubicBezTo>
                <a:cubicBezTo>
                  <a:pt x="58439" y="15906"/>
                  <a:pt x="59335" y="15900"/>
                  <a:pt x="60210" y="15894"/>
                </a:cubicBezTo>
                <a:cubicBezTo>
                  <a:pt x="60569" y="15891"/>
                  <a:pt x="60928" y="15890"/>
                  <a:pt x="61288" y="15890"/>
                </a:cubicBezTo>
                <a:close/>
                <a:moveTo>
                  <a:pt x="0" y="0"/>
                </a:moveTo>
                <a:lnTo>
                  <a:pt x="0" y="122670"/>
                </a:lnTo>
                <a:lnTo>
                  <a:pt x="122671" y="122670"/>
                </a:lnTo>
                <a:lnTo>
                  <a:pt x="12267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5"/>
          <p:cNvSpPr txBox="1">
            <a:spLocks noGrp="1"/>
          </p:cNvSpPr>
          <p:nvPr>
            <p:ph type="body" idx="1"/>
          </p:nvPr>
        </p:nvSpPr>
        <p:spPr>
          <a:xfrm>
            <a:off x="4572000" y="1369325"/>
            <a:ext cx="3850500" cy="33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Desarrollar un acompañante virtual que brinde apoyo integral al bienestar de los usuarios</a:t>
            </a:r>
            <a:br>
              <a:rPr lang="en"/>
            </a:br>
            <a:endParaRPr/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 Semi Condensed"/>
              <a:buChar char="●"/>
            </a:pPr>
            <a:r>
              <a:rPr lang="en"/>
              <a:t>Flujos Conversacionales </a:t>
            </a:r>
            <a:endParaRPr/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 Semi Condensed"/>
              <a:buChar char="●"/>
            </a:pPr>
            <a:r>
              <a:rPr lang="en"/>
              <a:t>Bienestar emocional básico</a:t>
            </a:r>
            <a:endParaRPr/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 Semi Condensed"/>
              <a:buChar char="●"/>
            </a:pPr>
            <a:r>
              <a:rPr lang="en"/>
              <a:t>Recordatorios personalizados</a:t>
            </a:r>
            <a:endParaRPr/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 Semi Condensed"/>
              <a:buChar char="●"/>
            </a:pPr>
            <a:r>
              <a:rPr lang="en"/>
              <a:t>Apoyo en productividad</a:t>
            </a:r>
            <a:endParaRPr/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 Semi Condensed"/>
              <a:buChar char="●"/>
            </a:pPr>
            <a:r>
              <a:rPr lang="en"/>
              <a:t>Orientación accesible y práctica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/>
          </a:p>
        </p:txBody>
      </p:sp>
      <p:sp>
        <p:nvSpPr>
          <p:cNvPr id="201" name="Google Shape;201;p5"/>
          <p:cNvSpPr/>
          <p:nvPr/>
        </p:nvSpPr>
        <p:spPr>
          <a:xfrm rot="4102360" flipH="1">
            <a:off x="-2512533" y="4030635"/>
            <a:ext cx="7471578" cy="4771747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274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5"/>
          <p:cNvSpPr/>
          <p:nvPr/>
        </p:nvSpPr>
        <p:spPr>
          <a:xfrm rot="813319">
            <a:off x="-4129602" y="-1737023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666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5"/>
          <p:cNvSpPr txBox="1">
            <a:spLocks noGrp="1"/>
          </p:cNvSpPr>
          <p:nvPr>
            <p:ph type="title"/>
          </p:nvPr>
        </p:nvSpPr>
        <p:spPr>
          <a:xfrm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solidFill>
                  <a:schemeClr val="lt1"/>
                </a:solidFill>
              </a:rPr>
              <a:t>Objetivo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"/>
          <p:cNvSpPr/>
          <p:nvPr/>
        </p:nvSpPr>
        <p:spPr>
          <a:xfrm rot="344412">
            <a:off x="6373822" y="1031919"/>
            <a:ext cx="1544162" cy="3079661"/>
          </a:xfrm>
          <a:custGeom>
            <a:avLst/>
            <a:gdLst/>
            <a:ahLst/>
            <a:cxnLst/>
            <a:rect l="l" t="t" r="r" b="b"/>
            <a:pathLst>
              <a:path w="103480" h="206345" extrusionOk="0">
                <a:moveTo>
                  <a:pt x="61741" y="8558"/>
                </a:moveTo>
                <a:cubicBezTo>
                  <a:pt x="62649" y="8558"/>
                  <a:pt x="62637" y="9975"/>
                  <a:pt x="61704" y="9975"/>
                </a:cubicBezTo>
                <a:cubicBezTo>
                  <a:pt x="61677" y="9975"/>
                  <a:pt x="61650" y="9973"/>
                  <a:pt x="61623" y="9971"/>
                </a:cubicBezTo>
                <a:lnTo>
                  <a:pt x="40979" y="9971"/>
                </a:lnTo>
                <a:cubicBezTo>
                  <a:pt x="40952" y="9973"/>
                  <a:pt x="40925" y="9975"/>
                  <a:pt x="40898" y="9975"/>
                </a:cubicBezTo>
                <a:cubicBezTo>
                  <a:pt x="39965" y="9975"/>
                  <a:pt x="39952" y="8558"/>
                  <a:pt x="40861" y="8558"/>
                </a:cubicBezTo>
                <a:cubicBezTo>
                  <a:pt x="40899" y="8558"/>
                  <a:pt x="40938" y="8561"/>
                  <a:pt x="40979" y="8566"/>
                </a:cubicBezTo>
                <a:lnTo>
                  <a:pt x="61623" y="8566"/>
                </a:lnTo>
                <a:cubicBezTo>
                  <a:pt x="61664" y="8561"/>
                  <a:pt x="61703" y="8558"/>
                  <a:pt x="61741" y="8558"/>
                </a:cubicBezTo>
                <a:close/>
                <a:moveTo>
                  <a:pt x="100713" y="16164"/>
                </a:moveTo>
                <a:lnTo>
                  <a:pt x="100713" y="189567"/>
                </a:lnTo>
                <a:lnTo>
                  <a:pt x="2987" y="189567"/>
                </a:lnTo>
                <a:lnTo>
                  <a:pt x="2987" y="16164"/>
                </a:lnTo>
                <a:close/>
                <a:moveTo>
                  <a:pt x="22357" y="196638"/>
                </a:moveTo>
                <a:lnTo>
                  <a:pt x="22313" y="197165"/>
                </a:lnTo>
                <a:lnTo>
                  <a:pt x="18448" y="197165"/>
                </a:lnTo>
                <a:lnTo>
                  <a:pt x="18448" y="196638"/>
                </a:lnTo>
                <a:close/>
                <a:moveTo>
                  <a:pt x="53277" y="196726"/>
                </a:moveTo>
                <a:cubicBezTo>
                  <a:pt x="53365" y="196726"/>
                  <a:pt x="53453" y="196814"/>
                  <a:pt x="53453" y="196945"/>
                </a:cubicBezTo>
                <a:lnTo>
                  <a:pt x="53453" y="199976"/>
                </a:lnTo>
                <a:cubicBezTo>
                  <a:pt x="53453" y="200064"/>
                  <a:pt x="53365" y="200152"/>
                  <a:pt x="53234" y="200152"/>
                </a:cubicBezTo>
                <a:lnTo>
                  <a:pt x="50203" y="200152"/>
                </a:lnTo>
                <a:cubicBezTo>
                  <a:pt x="50071" y="200152"/>
                  <a:pt x="49983" y="200064"/>
                  <a:pt x="49983" y="199976"/>
                </a:cubicBezTo>
                <a:lnTo>
                  <a:pt x="49983" y="196945"/>
                </a:lnTo>
                <a:cubicBezTo>
                  <a:pt x="49983" y="196814"/>
                  <a:pt x="50071" y="196726"/>
                  <a:pt x="50203" y="196726"/>
                </a:cubicBezTo>
                <a:close/>
                <a:moveTo>
                  <a:pt x="80706" y="196517"/>
                </a:moveTo>
                <a:cubicBezTo>
                  <a:pt x="80761" y="196517"/>
                  <a:pt x="80816" y="196528"/>
                  <a:pt x="80860" y="196550"/>
                </a:cubicBezTo>
                <a:cubicBezTo>
                  <a:pt x="80948" y="196638"/>
                  <a:pt x="80948" y="196770"/>
                  <a:pt x="80860" y="196858"/>
                </a:cubicBezTo>
                <a:lnTo>
                  <a:pt x="79455" y="198263"/>
                </a:lnTo>
                <a:cubicBezTo>
                  <a:pt x="79367" y="198351"/>
                  <a:pt x="79323" y="198439"/>
                  <a:pt x="79323" y="198527"/>
                </a:cubicBezTo>
                <a:cubicBezTo>
                  <a:pt x="79323" y="198614"/>
                  <a:pt x="79367" y="198702"/>
                  <a:pt x="79455" y="198790"/>
                </a:cubicBezTo>
                <a:lnTo>
                  <a:pt x="80860" y="200196"/>
                </a:lnTo>
                <a:cubicBezTo>
                  <a:pt x="80948" y="200284"/>
                  <a:pt x="80948" y="200415"/>
                  <a:pt x="80860" y="200503"/>
                </a:cubicBezTo>
                <a:cubicBezTo>
                  <a:pt x="80816" y="200547"/>
                  <a:pt x="80761" y="200569"/>
                  <a:pt x="80706" y="200569"/>
                </a:cubicBezTo>
                <a:cubicBezTo>
                  <a:pt x="80652" y="200569"/>
                  <a:pt x="80597" y="200547"/>
                  <a:pt x="80553" y="200503"/>
                </a:cubicBezTo>
                <a:lnTo>
                  <a:pt x="79147" y="199098"/>
                </a:lnTo>
                <a:cubicBezTo>
                  <a:pt x="79015" y="198922"/>
                  <a:pt x="78928" y="198746"/>
                  <a:pt x="78928" y="198527"/>
                </a:cubicBezTo>
                <a:cubicBezTo>
                  <a:pt x="78928" y="198307"/>
                  <a:pt x="79015" y="198131"/>
                  <a:pt x="79147" y="198000"/>
                </a:cubicBezTo>
                <a:lnTo>
                  <a:pt x="80553" y="196550"/>
                </a:lnTo>
                <a:cubicBezTo>
                  <a:pt x="80597" y="196528"/>
                  <a:pt x="80652" y="196517"/>
                  <a:pt x="80706" y="196517"/>
                </a:cubicBezTo>
                <a:close/>
                <a:moveTo>
                  <a:pt x="15461" y="1"/>
                </a:moveTo>
                <a:cubicBezTo>
                  <a:pt x="6940" y="1"/>
                  <a:pt x="1" y="6941"/>
                  <a:pt x="1" y="15461"/>
                </a:cubicBezTo>
                <a:lnTo>
                  <a:pt x="1" y="190884"/>
                </a:lnTo>
                <a:cubicBezTo>
                  <a:pt x="1" y="199405"/>
                  <a:pt x="6940" y="206345"/>
                  <a:pt x="15461" y="206345"/>
                </a:cubicBezTo>
                <a:lnTo>
                  <a:pt x="88019" y="206345"/>
                </a:lnTo>
                <a:cubicBezTo>
                  <a:pt x="96540" y="206345"/>
                  <a:pt x="103480" y="199405"/>
                  <a:pt x="103480" y="190884"/>
                </a:cubicBezTo>
                <a:lnTo>
                  <a:pt x="103480" y="15461"/>
                </a:lnTo>
                <a:cubicBezTo>
                  <a:pt x="103480" y="6941"/>
                  <a:pt x="96540" y="1"/>
                  <a:pt x="88019" y="1"/>
                </a:cubicBezTo>
                <a:close/>
              </a:path>
            </a:pathLst>
          </a:cu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6"/>
          <p:cNvSpPr txBox="1">
            <a:spLocks noGrp="1"/>
          </p:cNvSpPr>
          <p:nvPr>
            <p:ph type="title"/>
          </p:nvPr>
        </p:nvSpPr>
        <p:spPr>
          <a:xfrm>
            <a:off x="720000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APP </a:t>
            </a:r>
            <a:r>
              <a:rPr lang="en">
                <a:solidFill>
                  <a:schemeClr val="lt1"/>
                </a:solidFill>
              </a:rPr>
              <a:t>AURA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10" name="Google Shape;210;p6"/>
          <p:cNvSpPr txBox="1"/>
          <p:nvPr/>
        </p:nvSpPr>
        <p:spPr>
          <a:xfrm>
            <a:off x="338034" y="1577026"/>
            <a:ext cx="5520899" cy="23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Funciones:</a:t>
            </a:r>
            <a:br>
              <a:rPr lang="en"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endParaRPr sz="16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Char char="●"/>
            </a:pPr>
            <a:r>
              <a:rPr lang="en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Chat conversacional para interacción con el acompañante virtual.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Char char="●"/>
            </a:pPr>
            <a:r>
              <a:rPr lang="en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Pantalla principal con menú de bienestar (CheckIn, Journal, Mood, Que es AURA).</a:t>
            </a:r>
            <a:endParaRPr sz="16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Recordatorios de citas, tareas y actividades saludables.</a:t>
            </a:r>
            <a:endParaRPr/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Semi Condensed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Sección de estadísticas básicas de ánimo y hábitos.</a:t>
            </a:r>
            <a:endParaRPr sz="16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211" name="Google Shape;211;p6"/>
          <p:cNvGrpSpPr/>
          <p:nvPr/>
        </p:nvGrpSpPr>
        <p:grpSpPr>
          <a:xfrm rot="374072">
            <a:off x="6848287" y="1573219"/>
            <a:ext cx="833025" cy="631414"/>
            <a:chOff x="7608988" y="2093194"/>
            <a:chExt cx="817277" cy="672147"/>
          </a:xfrm>
        </p:grpSpPr>
        <p:cxnSp>
          <p:nvCxnSpPr>
            <p:cNvPr id="212" name="Google Shape;212;p6"/>
            <p:cNvCxnSpPr/>
            <p:nvPr/>
          </p:nvCxnSpPr>
          <p:spPr>
            <a:xfrm rot="5400000" flipH="1">
              <a:off x="7620257" y="2136491"/>
              <a:ext cx="129900" cy="111300"/>
            </a:xfrm>
            <a:prstGeom prst="bentConnector3">
              <a:avLst>
                <a:gd name="adj1" fmla="val -337189"/>
              </a:avLst>
            </a:pr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3" name="Google Shape;213;p6"/>
            <p:cNvCxnSpPr/>
            <p:nvPr/>
          </p:nvCxnSpPr>
          <p:spPr>
            <a:xfrm rot="-5400000">
              <a:off x="8285120" y="2136491"/>
              <a:ext cx="129900" cy="111300"/>
            </a:xfrm>
            <a:prstGeom prst="bentConnector3">
              <a:avLst>
                <a:gd name="adj1" fmla="val -287925"/>
              </a:avLst>
            </a:pr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4" name="Google Shape;214;p6"/>
            <p:cNvCxnSpPr/>
            <p:nvPr/>
          </p:nvCxnSpPr>
          <p:spPr>
            <a:xfrm rot="5400000">
              <a:off x="7620257" y="2644741"/>
              <a:ext cx="129900" cy="111300"/>
            </a:xfrm>
            <a:prstGeom prst="bentConnector3">
              <a:avLst>
                <a:gd name="adj1" fmla="val 459967"/>
              </a:avLst>
            </a:pr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5" name="Google Shape;215;p6"/>
            <p:cNvCxnSpPr/>
            <p:nvPr/>
          </p:nvCxnSpPr>
          <p:spPr>
            <a:xfrm rot="-5400000" flipH="1">
              <a:off x="8285120" y="2644741"/>
              <a:ext cx="129900" cy="111300"/>
            </a:xfrm>
            <a:prstGeom prst="bentConnector3">
              <a:avLst>
                <a:gd name="adj1" fmla="val 410702"/>
              </a:avLst>
            </a:pr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6" name="Google Shape;216;p6"/>
            <p:cNvCxnSpPr/>
            <p:nvPr/>
          </p:nvCxnSpPr>
          <p:spPr>
            <a:xfrm rot="10800000">
              <a:off x="7608988" y="2425132"/>
              <a:ext cx="83400" cy="0"/>
            </a:xfrm>
            <a:prstGeom prst="straightConnector1">
              <a:avLst/>
            </a:pr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7" name="Google Shape;217;p6"/>
            <p:cNvCxnSpPr/>
            <p:nvPr/>
          </p:nvCxnSpPr>
          <p:spPr>
            <a:xfrm rot="10800000">
              <a:off x="8342865" y="2425132"/>
              <a:ext cx="83400" cy="0"/>
            </a:xfrm>
            <a:prstGeom prst="straightConnector1">
              <a:avLst/>
            </a:pr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18" name="Google Shape;218;p6"/>
            <p:cNvGrpSpPr/>
            <p:nvPr/>
          </p:nvGrpSpPr>
          <p:grpSpPr>
            <a:xfrm>
              <a:off x="7721175" y="2093194"/>
              <a:ext cx="599587" cy="623846"/>
              <a:chOff x="7721175" y="2093194"/>
              <a:chExt cx="599587" cy="623846"/>
            </a:xfrm>
          </p:grpSpPr>
          <p:grpSp>
            <p:nvGrpSpPr>
              <p:cNvPr id="219" name="Google Shape;219;p6"/>
              <p:cNvGrpSpPr/>
              <p:nvPr/>
            </p:nvGrpSpPr>
            <p:grpSpPr>
              <a:xfrm>
                <a:off x="7721175" y="2093194"/>
                <a:ext cx="291605" cy="623846"/>
                <a:chOff x="9405575" y="2061418"/>
                <a:chExt cx="291605" cy="623846"/>
              </a:xfrm>
            </p:grpSpPr>
            <p:sp>
              <p:nvSpPr>
                <p:cNvPr id="220" name="Google Shape;220;p6"/>
                <p:cNvSpPr/>
                <p:nvPr/>
              </p:nvSpPr>
              <p:spPr>
                <a:xfrm>
                  <a:off x="9405575" y="2061418"/>
                  <a:ext cx="291379" cy="6238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3" h="45503" extrusionOk="0">
                      <a:moveTo>
                        <a:pt x="17225" y="1059"/>
                      </a:moveTo>
                      <a:cubicBezTo>
                        <a:pt x="20066" y="1059"/>
                        <a:pt x="20192" y="4831"/>
                        <a:pt x="20195" y="4980"/>
                      </a:cubicBezTo>
                      <a:lnTo>
                        <a:pt x="20195" y="42658"/>
                      </a:lnTo>
                      <a:cubicBezTo>
                        <a:pt x="19755" y="43076"/>
                        <a:pt x="18011" y="44441"/>
                        <a:pt x="14035" y="44441"/>
                      </a:cubicBezTo>
                      <a:cubicBezTo>
                        <a:pt x="9143" y="44441"/>
                        <a:pt x="6607" y="41481"/>
                        <a:pt x="6264" y="38549"/>
                      </a:cubicBezTo>
                      <a:cubicBezTo>
                        <a:pt x="6238" y="38342"/>
                        <a:pt x="6089" y="38168"/>
                        <a:pt x="5889" y="38106"/>
                      </a:cubicBezTo>
                      <a:cubicBezTo>
                        <a:pt x="5769" y="38071"/>
                        <a:pt x="2987" y="37194"/>
                        <a:pt x="3045" y="34127"/>
                      </a:cubicBezTo>
                      <a:cubicBezTo>
                        <a:pt x="3067" y="32998"/>
                        <a:pt x="3194" y="32212"/>
                        <a:pt x="3449" y="31665"/>
                      </a:cubicBezTo>
                      <a:cubicBezTo>
                        <a:pt x="3449" y="31665"/>
                        <a:pt x="3682" y="31319"/>
                        <a:pt x="3685" y="31277"/>
                      </a:cubicBezTo>
                      <a:cubicBezTo>
                        <a:pt x="3740" y="31205"/>
                        <a:pt x="3799" y="31141"/>
                        <a:pt x="3863" y="31082"/>
                      </a:cubicBezTo>
                      <a:cubicBezTo>
                        <a:pt x="4404" y="30567"/>
                        <a:pt x="5365" y="30335"/>
                        <a:pt x="7020" y="30335"/>
                      </a:cubicBezTo>
                      <a:cubicBezTo>
                        <a:pt x="7247" y="30335"/>
                        <a:pt x="7486" y="30339"/>
                        <a:pt x="7739" y="30348"/>
                      </a:cubicBezTo>
                      <a:cubicBezTo>
                        <a:pt x="8968" y="30388"/>
                        <a:pt x="10320" y="30407"/>
                        <a:pt x="11768" y="30407"/>
                      </a:cubicBezTo>
                      <a:cubicBezTo>
                        <a:pt x="11975" y="30407"/>
                        <a:pt x="12184" y="30407"/>
                        <a:pt x="12395" y="30406"/>
                      </a:cubicBezTo>
                      <a:lnTo>
                        <a:pt x="12408" y="30406"/>
                      </a:lnTo>
                      <a:cubicBezTo>
                        <a:pt x="12410" y="30406"/>
                        <a:pt x="12412" y="30406"/>
                        <a:pt x="12414" y="30406"/>
                      </a:cubicBezTo>
                      <a:cubicBezTo>
                        <a:pt x="14155" y="30406"/>
                        <a:pt x="15565" y="31819"/>
                        <a:pt x="15565" y="33561"/>
                      </a:cubicBezTo>
                      <a:lnTo>
                        <a:pt x="15565" y="35495"/>
                      </a:lnTo>
                      <a:cubicBezTo>
                        <a:pt x="15559" y="35793"/>
                        <a:pt x="15798" y="36039"/>
                        <a:pt x="16096" y="36039"/>
                      </a:cubicBezTo>
                      <a:cubicBezTo>
                        <a:pt x="16394" y="36039"/>
                        <a:pt x="16636" y="35793"/>
                        <a:pt x="16627" y="35495"/>
                      </a:cubicBezTo>
                      <a:lnTo>
                        <a:pt x="16627" y="33561"/>
                      </a:lnTo>
                      <a:cubicBezTo>
                        <a:pt x="16627" y="31233"/>
                        <a:pt x="14740" y="29345"/>
                        <a:pt x="12414" y="29345"/>
                      </a:cubicBezTo>
                      <a:cubicBezTo>
                        <a:pt x="12412" y="29345"/>
                        <a:pt x="12410" y="29345"/>
                        <a:pt x="12408" y="29345"/>
                      </a:cubicBezTo>
                      <a:lnTo>
                        <a:pt x="12392" y="29345"/>
                      </a:lnTo>
                      <a:cubicBezTo>
                        <a:pt x="12202" y="29346"/>
                        <a:pt x="12014" y="29346"/>
                        <a:pt x="11828" y="29346"/>
                      </a:cubicBezTo>
                      <a:cubicBezTo>
                        <a:pt x="10369" y="29346"/>
                        <a:pt x="9008" y="29324"/>
                        <a:pt x="7772" y="29287"/>
                      </a:cubicBezTo>
                      <a:cubicBezTo>
                        <a:pt x="7513" y="29278"/>
                        <a:pt x="7267" y="29274"/>
                        <a:pt x="7033" y="29274"/>
                      </a:cubicBezTo>
                      <a:cubicBezTo>
                        <a:pt x="5050" y="29274"/>
                        <a:pt x="3893" y="29586"/>
                        <a:pt x="3135" y="30309"/>
                      </a:cubicBezTo>
                      <a:cubicBezTo>
                        <a:pt x="3058" y="30380"/>
                        <a:pt x="2987" y="30458"/>
                        <a:pt x="2922" y="30536"/>
                      </a:cubicBezTo>
                      <a:cubicBezTo>
                        <a:pt x="1045" y="29510"/>
                        <a:pt x="1084" y="26828"/>
                        <a:pt x="1084" y="26799"/>
                      </a:cubicBezTo>
                      <a:lnTo>
                        <a:pt x="1084" y="26786"/>
                      </a:lnTo>
                      <a:lnTo>
                        <a:pt x="1084" y="21470"/>
                      </a:lnTo>
                      <a:cubicBezTo>
                        <a:pt x="1084" y="19979"/>
                        <a:pt x="1450" y="18885"/>
                        <a:pt x="2168" y="18212"/>
                      </a:cubicBezTo>
                      <a:cubicBezTo>
                        <a:pt x="2905" y="17528"/>
                        <a:pt x="3830" y="17480"/>
                        <a:pt x="4078" y="17480"/>
                      </a:cubicBezTo>
                      <a:cubicBezTo>
                        <a:pt x="4118" y="17480"/>
                        <a:pt x="4141" y="17481"/>
                        <a:pt x="4142" y="17481"/>
                      </a:cubicBezTo>
                      <a:cubicBezTo>
                        <a:pt x="4157" y="17483"/>
                        <a:pt x="4172" y="17483"/>
                        <a:pt x="4186" y="17483"/>
                      </a:cubicBezTo>
                      <a:cubicBezTo>
                        <a:pt x="4474" y="17483"/>
                        <a:pt x="4714" y="17249"/>
                        <a:pt x="4714" y="16954"/>
                      </a:cubicBezTo>
                      <a:lnTo>
                        <a:pt x="4714" y="12072"/>
                      </a:lnTo>
                      <a:cubicBezTo>
                        <a:pt x="4714" y="11082"/>
                        <a:pt x="4986" y="10325"/>
                        <a:pt x="5523" y="9820"/>
                      </a:cubicBezTo>
                      <a:cubicBezTo>
                        <a:pt x="6270" y="9115"/>
                        <a:pt x="7348" y="9065"/>
                        <a:pt x="7647" y="9065"/>
                      </a:cubicBezTo>
                      <a:cubicBezTo>
                        <a:pt x="7696" y="9065"/>
                        <a:pt x="7724" y="9066"/>
                        <a:pt x="7726" y="9066"/>
                      </a:cubicBezTo>
                      <a:cubicBezTo>
                        <a:pt x="7739" y="9067"/>
                        <a:pt x="7751" y="9067"/>
                        <a:pt x="7763" y="9067"/>
                      </a:cubicBezTo>
                      <a:cubicBezTo>
                        <a:pt x="8253" y="9067"/>
                        <a:pt x="8483" y="8447"/>
                        <a:pt x="8095" y="8128"/>
                      </a:cubicBezTo>
                      <a:cubicBezTo>
                        <a:pt x="7911" y="7976"/>
                        <a:pt x="7749" y="7749"/>
                        <a:pt x="7937" y="7216"/>
                      </a:cubicBezTo>
                      <a:cubicBezTo>
                        <a:pt x="8312" y="6167"/>
                        <a:pt x="9878" y="4614"/>
                        <a:pt x="11929" y="3269"/>
                      </a:cubicBezTo>
                      <a:cubicBezTo>
                        <a:pt x="13967" y="1926"/>
                        <a:pt x="16044" y="1059"/>
                        <a:pt x="17225" y="1059"/>
                      </a:cubicBezTo>
                      <a:close/>
                      <a:moveTo>
                        <a:pt x="17222" y="1"/>
                      </a:moveTo>
                      <a:cubicBezTo>
                        <a:pt x="14145" y="1"/>
                        <a:pt x="7898" y="4168"/>
                        <a:pt x="6937" y="6863"/>
                      </a:cubicBezTo>
                      <a:cubicBezTo>
                        <a:pt x="6782" y="7300"/>
                        <a:pt x="6752" y="7711"/>
                        <a:pt x="6846" y="8076"/>
                      </a:cubicBezTo>
                      <a:cubicBezTo>
                        <a:pt x="6241" y="8180"/>
                        <a:pt x="5452" y="8435"/>
                        <a:pt x="4805" y="9040"/>
                      </a:cubicBezTo>
                      <a:cubicBezTo>
                        <a:pt x="4041" y="9755"/>
                        <a:pt x="3656" y="10778"/>
                        <a:pt x="3656" y="12075"/>
                      </a:cubicBezTo>
                      <a:lnTo>
                        <a:pt x="3656" y="16446"/>
                      </a:lnTo>
                      <a:cubicBezTo>
                        <a:pt x="3093" y="16511"/>
                        <a:pt x="2220" y="16727"/>
                        <a:pt x="1460" y="17426"/>
                      </a:cubicBezTo>
                      <a:cubicBezTo>
                        <a:pt x="508" y="18303"/>
                        <a:pt x="23" y="19665"/>
                        <a:pt x="23" y="21470"/>
                      </a:cubicBezTo>
                      <a:lnTo>
                        <a:pt x="23" y="26779"/>
                      </a:lnTo>
                      <a:cubicBezTo>
                        <a:pt x="20" y="27006"/>
                        <a:pt x="0" y="30147"/>
                        <a:pt x="2388" y="31454"/>
                      </a:cubicBezTo>
                      <a:cubicBezTo>
                        <a:pt x="2136" y="32118"/>
                        <a:pt x="2006" y="32975"/>
                        <a:pt x="1984" y="34107"/>
                      </a:cubicBezTo>
                      <a:cubicBezTo>
                        <a:pt x="1922" y="37288"/>
                        <a:pt x="4352" y="38614"/>
                        <a:pt x="5254" y="38996"/>
                      </a:cubicBezTo>
                      <a:cubicBezTo>
                        <a:pt x="5533" y="40711"/>
                        <a:pt x="6429" y="42273"/>
                        <a:pt x="7797" y="43428"/>
                      </a:cubicBezTo>
                      <a:cubicBezTo>
                        <a:pt x="9405" y="44784"/>
                        <a:pt x="11560" y="45502"/>
                        <a:pt x="14035" y="45502"/>
                      </a:cubicBezTo>
                      <a:cubicBezTo>
                        <a:pt x="19270" y="45502"/>
                        <a:pt x="21065" y="43292"/>
                        <a:pt x="21140" y="43199"/>
                      </a:cubicBezTo>
                      <a:cubicBezTo>
                        <a:pt x="21214" y="43105"/>
                        <a:pt x="21253" y="42992"/>
                        <a:pt x="21253" y="42872"/>
                      </a:cubicBezTo>
                      <a:lnTo>
                        <a:pt x="21253" y="4967"/>
                      </a:lnTo>
                      <a:cubicBezTo>
                        <a:pt x="21217" y="3249"/>
                        <a:pt x="20328" y="1"/>
                        <a:pt x="17222" y="1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FF0000"/>
                    </a:solidFill>
                    <a:highlight>
                      <a:srgbClr val="FFFF00"/>
                    </a:highlight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1" name="Google Shape;221;p6"/>
                <p:cNvSpPr/>
                <p:nvPr/>
              </p:nvSpPr>
              <p:spPr>
                <a:xfrm>
                  <a:off x="9535402" y="2540968"/>
                  <a:ext cx="161778" cy="689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00" h="5029" extrusionOk="0">
                      <a:moveTo>
                        <a:pt x="11270" y="1"/>
                      </a:moveTo>
                      <a:cubicBezTo>
                        <a:pt x="11264" y="1"/>
                        <a:pt x="11258" y="1"/>
                        <a:pt x="11252" y="1"/>
                      </a:cubicBezTo>
                      <a:lnTo>
                        <a:pt x="4326" y="1"/>
                      </a:lnTo>
                      <a:cubicBezTo>
                        <a:pt x="1938" y="4"/>
                        <a:pt x="0" y="1939"/>
                        <a:pt x="0" y="4327"/>
                      </a:cubicBezTo>
                      <a:lnTo>
                        <a:pt x="0" y="4498"/>
                      </a:lnTo>
                      <a:cubicBezTo>
                        <a:pt x="0" y="4789"/>
                        <a:pt x="236" y="5029"/>
                        <a:pt x="527" y="5029"/>
                      </a:cubicBezTo>
                      <a:cubicBezTo>
                        <a:pt x="822" y="5029"/>
                        <a:pt x="1061" y="4789"/>
                        <a:pt x="1058" y="4498"/>
                      </a:cubicBezTo>
                      <a:lnTo>
                        <a:pt x="1058" y="4327"/>
                      </a:lnTo>
                      <a:cubicBezTo>
                        <a:pt x="1061" y="2524"/>
                        <a:pt x="2524" y="1062"/>
                        <a:pt x="4326" y="1062"/>
                      </a:cubicBezTo>
                      <a:lnTo>
                        <a:pt x="11252" y="1062"/>
                      </a:lnTo>
                      <a:cubicBezTo>
                        <a:pt x="11256" y="1062"/>
                        <a:pt x="11260" y="1062"/>
                        <a:pt x="11264" y="1062"/>
                      </a:cubicBezTo>
                      <a:cubicBezTo>
                        <a:pt x="11557" y="1062"/>
                        <a:pt x="11799" y="825"/>
                        <a:pt x="11799" y="532"/>
                      </a:cubicBezTo>
                      <a:cubicBezTo>
                        <a:pt x="11799" y="237"/>
                        <a:pt x="11560" y="1"/>
                        <a:pt x="11270" y="1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FF0000"/>
                    </a:solidFill>
                    <a:highlight>
                      <a:srgbClr val="FFFF00"/>
                    </a:highlight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2" name="Google Shape;222;p6"/>
                <p:cNvSpPr/>
                <p:nvPr/>
              </p:nvSpPr>
              <p:spPr>
                <a:xfrm>
                  <a:off x="9455875" y="2286606"/>
                  <a:ext cx="137251" cy="1121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11" h="8180" extrusionOk="0">
                      <a:moveTo>
                        <a:pt x="515" y="1"/>
                      </a:moveTo>
                      <a:cubicBezTo>
                        <a:pt x="230" y="7"/>
                        <a:pt x="0" y="243"/>
                        <a:pt x="0" y="531"/>
                      </a:cubicBezTo>
                      <a:cubicBezTo>
                        <a:pt x="0" y="819"/>
                        <a:pt x="230" y="1052"/>
                        <a:pt x="515" y="1062"/>
                      </a:cubicBezTo>
                      <a:lnTo>
                        <a:pt x="4979" y="1062"/>
                      </a:lnTo>
                      <a:cubicBezTo>
                        <a:pt x="7173" y="1062"/>
                        <a:pt x="8946" y="2838"/>
                        <a:pt x="8949" y="5031"/>
                      </a:cubicBezTo>
                      <a:lnTo>
                        <a:pt x="8949" y="7649"/>
                      </a:lnTo>
                      <a:cubicBezTo>
                        <a:pt x="8949" y="7943"/>
                        <a:pt x="9188" y="8179"/>
                        <a:pt x="9480" y="8179"/>
                      </a:cubicBezTo>
                      <a:cubicBezTo>
                        <a:pt x="9771" y="8179"/>
                        <a:pt x="10010" y="7943"/>
                        <a:pt x="10010" y="7652"/>
                      </a:cubicBezTo>
                      <a:lnTo>
                        <a:pt x="10010" y="5031"/>
                      </a:lnTo>
                      <a:cubicBezTo>
                        <a:pt x="10007" y="2252"/>
                        <a:pt x="7758" y="4"/>
                        <a:pt x="4979" y="1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FF0000"/>
                    </a:solidFill>
                    <a:highlight>
                      <a:srgbClr val="FFFF00"/>
                    </a:highlight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3" name="Google Shape;223;p6"/>
                <p:cNvSpPr/>
                <p:nvPr/>
              </p:nvSpPr>
              <p:spPr>
                <a:xfrm>
                  <a:off x="9578545" y="2355317"/>
                  <a:ext cx="116370" cy="14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88" h="1062" extrusionOk="0">
                      <a:moveTo>
                        <a:pt x="519" y="0"/>
                      </a:moveTo>
                      <a:cubicBezTo>
                        <a:pt x="231" y="10"/>
                        <a:pt x="1" y="243"/>
                        <a:pt x="1" y="531"/>
                      </a:cubicBezTo>
                      <a:cubicBezTo>
                        <a:pt x="1" y="819"/>
                        <a:pt x="231" y="1051"/>
                        <a:pt x="519" y="1061"/>
                      </a:cubicBezTo>
                      <a:lnTo>
                        <a:pt x="7973" y="1061"/>
                      </a:lnTo>
                      <a:cubicBezTo>
                        <a:pt x="8261" y="1051"/>
                        <a:pt x="8487" y="819"/>
                        <a:pt x="8487" y="531"/>
                      </a:cubicBezTo>
                      <a:cubicBezTo>
                        <a:pt x="8487" y="243"/>
                        <a:pt x="8261" y="10"/>
                        <a:pt x="7973" y="0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FF0000"/>
                    </a:solidFill>
                    <a:highlight>
                      <a:srgbClr val="FFFF00"/>
                    </a:highlight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4" name="Google Shape;224;p6"/>
                <p:cNvSpPr/>
                <p:nvPr/>
              </p:nvSpPr>
              <p:spPr>
                <a:xfrm>
                  <a:off x="9533620" y="2389824"/>
                  <a:ext cx="104429" cy="582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17" h="4248" extrusionOk="0">
                      <a:moveTo>
                        <a:pt x="2890" y="0"/>
                      </a:moveTo>
                      <a:cubicBezTo>
                        <a:pt x="1295" y="0"/>
                        <a:pt x="4" y="1294"/>
                        <a:pt x="1" y="2889"/>
                      </a:cubicBezTo>
                      <a:lnTo>
                        <a:pt x="1" y="3439"/>
                      </a:lnTo>
                      <a:cubicBezTo>
                        <a:pt x="10" y="3724"/>
                        <a:pt x="243" y="3954"/>
                        <a:pt x="531" y="3954"/>
                      </a:cubicBezTo>
                      <a:cubicBezTo>
                        <a:pt x="819" y="3954"/>
                        <a:pt x="1055" y="3724"/>
                        <a:pt x="1062" y="3439"/>
                      </a:cubicBezTo>
                      <a:lnTo>
                        <a:pt x="1062" y="2889"/>
                      </a:lnTo>
                      <a:cubicBezTo>
                        <a:pt x="1062" y="1880"/>
                        <a:pt x="1880" y="1061"/>
                        <a:pt x="2890" y="1058"/>
                      </a:cubicBezTo>
                      <a:lnTo>
                        <a:pt x="4669" y="1058"/>
                      </a:lnTo>
                      <a:cubicBezTo>
                        <a:pt x="5711" y="1061"/>
                        <a:pt x="6555" y="1902"/>
                        <a:pt x="6555" y="2944"/>
                      </a:cubicBezTo>
                      <a:lnTo>
                        <a:pt x="6555" y="3717"/>
                      </a:lnTo>
                      <a:cubicBezTo>
                        <a:pt x="6555" y="4012"/>
                        <a:pt x="6795" y="4248"/>
                        <a:pt x="7086" y="4248"/>
                      </a:cubicBezTo>
                      <a:cubicBezTo>
                        <a:pt x="7380" y="4248"/>
                        <a:pt x="7617" y="4012"/>
                        <a:pt x="7617" y="3717"/>
                      </a:cubicBezTo>
                      <a:lnTo>
                        <a:pt x="7617" y="2944"/>
                      </a:lnTo>
                      <a:cubicBezTo>
                        <a:pt x="7613" y="1320"/>
                        <a:pt x="6297" y="0"/>
                        <a:pt x="4669" y="0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FF0000"/>
                    </a:solidFill>
                    <a:highlight>
                      <a:srgbClr val="FFFF00"/>
                    </a:highlight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5" name="Google Shape;225;p6"/>
                <p:cNvSpPr/>
                <p:nvPr/>
              </p:nvSpPr>
              <p:spPr>
                <a:xfrm>
                  <a:off x="9504885" y="2171202"/>
                  <a:ext cx="97684" cy="145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25" h="1059" extrusionOk="0">
                      <a:moveTo>
                        <a:pt x="6598" y="0"/>
                      </a:moveTo>
                      <a:cubicBezTo>
                        <a:pt x="6592" y="0"/>
                        <a:pt x="6587" y="0"/>
                        <a:pt x="6581" y="0"/>
                      </a:cubicBezTo>
                      <a:lnTo>
                        <a:pt x="515" y="0"/>
                      </a:lnTo>
                      <a:cubicBezTo>
                        <a:pt x="227" y="7"/>
                        <a:pt x="0" y="243"/>
                        <a:pt x="0" y="528"/>
                      </a:cubicBezTo>
                      <a:cubicBezTo>
                        <a:pt x="0" y="816"/>
                        <a:pt x="227" y="1052"/>
                        <a:pt x="515" y="1058"/>
                      </a:cubicBezTo>
                      <a:lnTo>
                        <a:pt x="6581" y="1058"/>
                      </a:lnTo>
                      <a:cubicBezTo>
                        <a:pt x="6587" y="1058"/>
                        <a:pt x="6592" y="1059"/>
                        <a:pt x="6598" y="1059"/>
                      </a:cubicBezTo>
                      <a:cubicBezTo>
                        <a:pt x="6888" y="1059"/>
                        <a:pt x="7124" y="823"/>
                        <a:pt x="7124" y="528"/>
                      </a:cubicBezTo>
                      <a:cubicBezTo>
                        <a:pt x="7124" y="236"/>
                        <a:pt x="6888" y="0"/>
                        <a:pt x="6598" y="0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FF0000"/>
                    </a:solidFill>
                    <a:highlight>
                      <a:srgbClr val="FFFF00"/>
                    </a:highlight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6" name="Google Shape;226;p6"/>
                <p:cNvSpPr/>
                <p:nvPr/>
              </p:nvSpPr>
              <p:spPr>
                <a:xfrm>
                  <a:off x="9587826" y="2129731"/>
                  <a:ext cx="106993" cy="974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04" h="7109" extrusionOk="0">
                      <a:moveTo>
                        <a:pt x="4230" y="0"/>
                      </a:moveTo>
                      <a:cubicBezTo>
                        <a:pt x="4224" y="0"/>
                        <a:pt x="4218" y="0"/>
                        <a:pt x="4213" y="0"/>
                      </a:cubicBezTo>
                      <a:lnTo>
                        <a:pt x="3339" y="0"/>
                      </a:lnTo>
                      <a:cubicBezTo>
                        <a:pt x="1495" y="0"/>
                        <a:pt x="3" y="1495"/>
                        <a:pt x="0" y="3336"/>
                      </a:cubicBezTo>
                      <a:lnTo>
                        <a:pt x="0" y="3850"/>
                      </a:lnTo>
                      <a:cubicBezTo>
                        <a:pt x="3" y="5649"/>
                        <a:pt x="1459" y="7108"/>
                        <a:pt x="3258" y="7108"/>
                      </a:cubicBezTo>
                      <a:lnTo>
                        <a:pt x="7286" y="7108"/>
                      </a:lnTo>
                      <a:cubicBezTo>
                        <a:pt x="7574" y="7102"/>
                        <a:pt x="7804" y="6866"/>
                        <a:pt x="7804" y="6578"/>
                      </a:cubicBezTo>
                      <a:cubicBezTo>
                        <a:pt x="7804" y="6290"/>
                        <a:pt x="7574" y="6057"/>
                        <a:pt x="7286" y="6047"/>
                      </a:cubicBezTo>
                      <a:lnTo>
                        <a:pt x="3258" y="6047"/>
                      </a:lnTo>
                      <a:cubicBezTo>
                        <a:pt x="2045" y="6047"/>
                        <a:pt x="1061" y="5064"/>
                        <a:pt x="1061" y="3850"/>
                      </a:cubicBezTo>
                      <a:lnTo>
                        <a:pt x="1061" y="3336"/>
                      </a:lnTo>
                      <a:cubicBezTo>
                        <a:pt x="1061" y="2081"/>
                        <a:pt x="2080" y="1061"/>
                        <a:pt x="3339" y="1058"/>
                      </a:cubicBezTo>
                      <a:lnTo>
                        <a:pt x="4213" y="1058"/>
                      </a:lnTo>
                      <a:cubicBezTo>
                        <a:pt x="4218" y="1058"/>
                        <a:pt x="4224" y="1059"/>
                        <a:pt x="4230" y="1059"/>
                      </a:cubicBezTo>
                      <a:cubicBezTo>
                        <a:pt x="4520" y="1059"/>
                        <a:pt x="4756" y="823"/>
                        <a:pt x="4756" y="528"/>
                      </a:cubicBezTo>
                      <a:cubicBezTo>
                        <a:pt x="4756" y="236"/>
                        <a:pt x="4520" y="0"/>
                        <a:pt x="4230" y="0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FF0000"/>
                    </a:solidFill>
                    <a:highlight>
                      <a:srgbClr val="FFFF00"/>
                    </a:highlight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27" name="Google Shape;227;p6"/>
              <p:cNvGrpSpPr/>
              <p:nvPr/>
            </p:nvGrpSpPr>
            <p:grpSpPr>
              <a:xfrm flipH="1">
                <a:off x="8029157" y="2093194"/>
                <a:ext cx="291605" cy="623846"/>
                <a:chOff x="9405575" y="2061418"/>
                <a:chExt cx="291605" cy="623846"/>
              </a:xfrm>
            </p:grpSpPr>
            <p:sp>
              <p:nvSpPr>
                <p:cNvPr id="228" name="Google Shape;228;p6"/>
                <p:cNvSpPr/>
                <p:nvPr/>
              </p:nvSpPr>
              <p:spPr>
                <a:xfrm>
                  <a:off x="9405575" y="2061418"/>
                  <a:ext cx="291379" cy="6238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3" h="45503" extrusionOk="0">
                      <a:moveTo>
                        <a:pt x="17225" y="1059"/>
                      </a:moveTo>
                      <a:cubicBezTo>
                        <a:pt x="20066" y="1059"/>
                        <a:pt x="20192" y="4831"/>
                        <a:pt x="20195" y="4980"/>
                      </a:cubicBezTo>
                      <a:lnTo>
                        <a:pt x="20195" y="42658"/>
                      </a:lnTo>
                      <a:cubicBezTo>
                        <a:pt x="19755" y="43076"/>
                        <a:pt x="18011" y="44441"/>
                        <a:pt x="14035" y="44441"/>
                      </a:cubicBezTo>
                      <a:cubicBezTo>
                        <a:pt x="9143" y="44441"/>
                        <a:pt x="6607" y="41481"/>
                        <a:pt x="6264" y="38549"/>
                      </a:cubicBezTo>
                      <a:cubicBezTo>
                        <a:pt x="6238" y="38342"/>
                        <a:pt x="6089" y="38168"/>
                        <a:pt x="5889" y="38106"/>
                      </a:cubicBezTo>
                      <a:cubicBezTo>
                        <a:pt x="5769" y="38071"/>
                        <a:pt x="2987" y="37194"/>
                        <a:pt x="3045" y="34127"/>
                      </a:cubicBezTo>
                      <a:cubicBezTo>
                        <a:pt x="3067" y="32998"/>
                        <a:pt x="3194" y="32212"/>
                        <a:pt x="3449" y="31665"/>
                      </a:cubicBezTo>
                      <a:cubicBezTo>
                        <a:pt x="3449" y="31665"/>
                        <a:pt x="3682" y="31319"/>
                        <a:pt x="3685" y="31277"/>
                      </a:cubicBezTo>
                      <a:cubicBezTo>
                        <a:pt x="3740" y="31205"/>
                        <a:pt x="3799" y="31141"/>
                        <a:pt x="3863" y="31082"/>
                      </a:cubicBezTo>
                      <a:cubicBezTo>
                        <a:pt x="4404" y="30567"/>
                        <a:pt x="5365" y="30335"/>
                        <a:pt x="7020" y="30335"/>
                      </a:cubicBezTo>
                      <a:cubicBezTo>
                        <a:pt x="7247" y="30335"/>
                        <a:pt x="7486" y="30339"/>
                        <a:pt x="7739" y="30348"/>
                      </a:cubicBezTo>
                      <a:cubicBezTo>
                        <a:pt x="8968" y="30388"/>
                        <a:pt x="10320" y="30407"/>
                        <a:pt x="11768" y="30407"/>
                      </a:cubicBezTo>
                      <a:cubicBezTo>
                        <a:pt x="11975" y="30407"/>
                        <a:pt x="12184" y="30407"/>
                        <a:pt x="12395" y="30406"/>
                      </a:cubicBezTo>
                      <a:lnTo>
                        <a:pt x="12408" y="30406"/>
                      </a:lnTo>
                      <a:cubicBezTo>
                        <a:pt x="12410" y="30406"/>
                        <a:pt x="12412" y="30406"/>
                        <a:pt x="12414" y="30406"/>
                      </a:cubicBezTo>
                      <a:cubicBezTo>
                        <a:pt x="14155" y="30406"/>
                        <a:pt x="15565" y="31819"/>
                        <a:pt x="15565" y="33561"/>
                      </a:cubicBezTo>
                      <a:lnTo>
                        <a:pt x="15565" y="35495"/>
                      </a:lnTo>
                      <a:cubicBezTo>
                        <a:pt x="15559" y="35793"/>
                        <a:pt x="15798" y="36039"/>
                        <a:pt x="16096" y="36039"/>
                      </a:cubicBezTo>
                      <a:cubicBezTo>
                        <a:pt x="16394" y="36039"/>
                        <a:pt x="16636" y="35793"/>
                        <a:pt x="16627" y="35495"/>
                      </a:cubicBezTo>
                      <a:lnTo>
                        <a:pt x="16627" y="33561"/>
                      </a:lnTo>
                      <a:cubicBezTo>
                        <a:pt x="16627" y="31233"/>
                        <a:pt x="14740" y="29345"/>
                        <a:pt x="12414" y="29345"/>
                      </a:cubicBezTo>
                      <a:cubicBezTo>
                        <a:pt x="12412" y="29345"/>
                        <a:pt x="12410" y="29345"/>
                        <a:pt x="12408" y="29345"/>
                      </a:cubicBezTo>
                      <a:lnTo>
                        <a:pt x="12392" y="29345"/>
                      </a:lnTo>
                      <a:cubicBezTo>
                        <a:pt x="12202" y="29346"/>
                        <a:pt x="12014" y="29346"/>
                        <a:pt x="11828" y="29346"/>
                      </a:cubicBezTo>
                      <a:cubicBezTo>
                        <a:pt x="10369" y="29346"/>
                        <a:pt x="9008" y="29324"/>
                        <a:pt x="7772" y="29287"/>
                      </a:cubicBezTo>
                      <a:cubicBezTo>
                        <a:pt x="7513" y="29278"/>
                        <a:pt x="7267" y="29274"/>
                        <a:pt x="7033" y="29274"/>
                      </a:cubicBezTo>
                      <a:cubicBezTo>
                        <a:pt x="5050" y="29274"/>
                        <a:pt x="3893" y="29586"/>
                        <a:pt x="3135" y="30309"/>
                      </a:cubicBezTo>
                      <a:cubicBezTo>
                        <a:pt x="3058" y="30380"/>
                        <a:pt x="2987" y="30458"/>
                        <a:pt x="2922" y="30536"/>
                      </a:cubicBezTo>
                      <a:cubicBezTo>
                        <a:pt x="1045" y="29510"/>
                        <a:pt x="1084" y="26828"/>
                        <a:pt x="1084" y="26799"/>
                      </a:cubicBezTo>
                      <a:lnTo>
                        <a:pt x="1084" y="26786"/>
                      </a:lnTo>
                      <a:lnTo>
                        <a:pt x="1084" y="21470"/>
                      </a:lnTo>
                      <a:cubicBezTo>
                        <a:pt x="1084" y="19979"/>
                        <a:pt x="1450" y="18885"/>
                        <a:pt x="2168" y="18212"/>
                      </a:cubicBezTo>
                      <a:cubicBezTo>
                        <a:pt x="2905" y="17528"/>
                        <a:pt x="3830" y="17480"/>
                        <a:pt x="4078" y="17480"/>
                      </a:cubicBezTo>
                      <a:cubicBezTo>
                        <a:pt x="4118" y="17480"/>
                        <a:pt x="4141" y="17481"/>
                        <a:pt x="4142" y="17481"/>
                      </a:cubicBezTo>
                      <a:cubicBezTo>
                        <a:pt x="4157" y="17483"/>
                        <a:pt x="4172" y="17483"/>
                        <a:pt x="4186" y="17483"/>
                      </a:cubicBezTo>
                      <a:cubicBezTo>
                        <a:pt x="4474" y="17483"/>
                        <a:pt x="4714" y="17249"/>
                        <a:pt x="4714" y="16954"/>
                      </a:cubicBezTo>
                      <a:lnTo>
                        <a:pt x="4714" y="12072"/>
                      </a:lnTo>
                      <a:cubicBezTo>
                        <a:pt x="4714" y="11082"/>
                        <a:pt x="4986" y="10325"/>
                        <a:pt x="5523" y="9820"/>
                      </a:cubicBezTo>
                      <a:cubicBezTo>
                        <a:pt x="6270" y="9115"/>
                        <a:pt x="7348" y="9065"/>
                        <a:pt x="7647" y="9065"/>
                      </a:cubicBezTo>
                      <a:cubicBezTo>
                        <a:pt x="7696" y="9065"/>
                        <a:pt x="7724" y="9066"/>
                        <a:pt x="7726" y="9066"/>
                      </a:cubicBezTo>
                      <a:cubicBezTo>
                        <a:pt x="7739" y="9067"/>
                        <a:pt x="7751" y="9067"/>
                        <a:pt x="7763" y="9067"/>
                      </a:cubicBezTo>
                      <a:cubicBezTo>
                        <a:pt x="8253" y="9067"/>
                        <a:pt x="8483" y="8447"/>
                        <a:pt x="8095" y="8128"/>
                      </a:cubicBezTo>
                      <a:cubicBezTo>
                        <a:pt x="7911" y="7976"/>
                        <a:pt x="7749" y="7749"/>
                        <a:pt x="7937" y="7216"/>
                      </a:cubicBezTo>
                      <a:cubicBezTo>
                        <a:pt x="8312" y="6167"/>
                        <a:pt x="9878" y="4614"/>
                        <a:pt x="11929" y="3269"/>
                      </a:cubicBezTo>
                      <a:cubicBezTo>
                        <a:pt x="13967" y="1926"/>
                        <a:pt x="16044" y="1059"/>
                        <a:pt x="17225" y="1059"/>
                      </a:cubicBezTo>
                      <a:close/>
                      <a:moveTo>
                        <a:pt x="17222" y="1"/>
                      </a:moveTo>
                      <a:cubicBezTo>
                        <a:pt x="14145" y="1"/>
                        <a:pt x="7898" y="4168"/>
                        <a:pt x="6937" y="6863"/>
                      </a:cubicBezTo>
                      <a:cubicBezTo>
                        <a:pt x="6782" y="7300"/>
                        <a:pt x="6752" y="7711"/>
                        <a:pt x="6846" y="8076"/>
                      </a:cubicBezTo>
                      <a:cubicBezTo>
                        <a:pt x="6241" y="8180"/>
                        <a:pt x="5452" y="8435"/>
                        <a:pt x="4805" y="9040"/>
                      </a:cubicBezTo>
                      <a:cubicBezTo>
                        <a:pt x="4041" y="9755"/>
                        <a:pt x="3656" y="10778"/>
                        <a:pt x="3656" y="12075"/>
                      </a:cubicBezTo>
                      <a:lnTo>
                        <a:pt x="3656" y="16446"/>
                      </a:lnTo>
                      <a:cubicBezTo>
                        <a:pt x="3093" y="16511"/>
                        <a:pt x="2220" y="16727"/>
                        <a:pt x="1460" y="17426"/>
                      </a:cubicBezTo>
                      <a:cubicBezTo>
                        <a:pt x="508" y="18303"/>
                        <a:pt x="23" y="19665"/>
                        <a:pt x="23" y="21470"/>
                      </a:cubicBezTo>
                      <a:lnTo>
                        <a:pt x="23" y="26779"/>
                      </a:lnTo>
                      <a:cubicBezTo>
                        <a:pt x="20" y="27006"/>
                        <a:pt x="0" y="30147"/>
                        <a:pt x="2388" y="31454"/>
                      </a:cubicBezTo>
                      <a:cubicBezTo>
                        <a:pt x="2136" y="32118"/>
                        <a:pt x="2006" y="32975"/>
                        <a:pt x="1984" y="34107"/>
                      </a:cubicBezTo>
                      <a:cubicBezTo>
                        <a:pt x="1922" y="37288"/>
                        <a:pt x="4352" y="38614"/>
                        <a:pt x="5254" y="38996"/>
                      </a:cubicBezTo>
                      <a:cubicBezTo>
                        <a:pt x="5533" y="40711"/>
                        <a:pt x="6429" y="42273"/>
                        <a:pt x="7797" y="43428"/>
                      </a:cubicBezTo>
                      <a:cubicBezTo>
                        <a:pt x="9405" y="44784"/>
                        <a:pt x="11560" y="45502"/>
                        <a:pt x="14035" y="45502"/>
                      </a:cubicBezTo>
                      <a:cubicBezTo>
                        <a:pt x="19270" y="45502"/>
                        <a:pt x="21065" y="43292"/>
                        <a:pt x="21140" y="43199"/>
                      </a:cubicBezTo>
                      <a:cubicBezTo>
                        <a:pt x="21214" y="43105"/>
                        <a:pt x="21253" y="42992"/>
                        <a:pt x="21253" y="42872"/>
                      </a:cubicBezTo>
                      <a:lnTo>
                        <a:pt x="21253" y="4967"/>
                      </a:lnTo>
                      <a:cubicBezTo>
                        <a:pt x="21217" y="3249"/>
                        <a:pt x="20328" y="1"/>
                        <a:pt x="17222" y="1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FF0000"/>
                    </a:solidFill>
                    <a:highlight>
                      <a:srgbClr val="FFFF00"/>
                    </a:highlight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9" name="Google Shape;229;p6"/>
                <p:cNvSpPr/>
                <p:nvPr/>
              </p:nvSpPr>
              <p:spPr>
                <a:xfrm>
                  <a:off x="9535402" y="2540968"/>
                  <a:ext cx="161778" cy="689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00" h="5029" extrusionOk="0">
                      <a:moveTo>
                        <a:pt x="11270" y="1"/>
                      </a:moveTo>
                      <a:cubicBezTo>
                        <a:pt x="11264" y="1"/>
                        <a:pt x="11258" y="1"/>
                        <a:pt x="11252" y="1"/>
                      </a:cubicBezTo>
                      <a:lnTo>
                        <a:pt x="4326" y="1"/>
                      </a:lnTo>
                      <a:cubicBezTo>
                        <a:pt x="1938" y="4"/>
                        <a:pt x="0" y="1939"/>
                        <a:pt x="0" y="4327"/>
                      </a:cubicBezTo>
                      <a:lnTo>
                        <a:pt x="0" y="4498"/>
                      </a:lnTo>
                      <a:cubicBezTo>
                        <a:pt x="0" y="4789"/>
                        <a:pt x="236" y="5029"/>
                        <a:pt x="527" y="5029"/>
                      </a:cubicBezTo>
                      <a:cubicBezTo>
                        <a:pt x="822" y="5029"/>
                        <a:pt x="1061" y="4789"/>
                        <a:pt x="1058" y="4498"/>
                      </a:cubicBezTo>
                      <a:lnTo>
                        <a:pt x="1058" y="4327"/>
                      </a:lnTo>
                      <a:cubicBezTo>
                        <a:pt x="1061" y="2524"/>
                        <a:pt x="2524" y="1062"/>
                        <a:pt x="4326" y="1062"/>
                      </a:cubicBezTo>
                      <a:lnTo>
                        <a:pt x="11252" y="1062"/>
                      </a:lnTo>
                      <a:cubicBezTo>
                        <a:pt x="11256" y="1062"/>
                        <a:pt x="11260" y="1062"/>
                        <a:pt x="11264" y="1062"/>
                      </a:cubicBezTo>
                      <a:cubicBezTo>
                        <a:pt x="11557" y="1062"/>
                        <a:pt x="11799" y="825"/>
                        <a:pt x="11799" y="532"/>
                      </a:cubicBezTo>
                      <a:cubicBezTo>
                        <a:pt x="11799" y="237"/>
                        <a:pt x="11560" y="1"/>
                        <a:pt x="11270" y="1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FF0000"/>
                    </a:solidFill>
                    <a:highlight>
                      <a:srgbClr val="FFFF00"/>
                    </a:highlight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0" name="Google Shape;230;p6"/>
                <p:cNvSpPr/>
                <p:nvPr/>
              </p:nvSpPr>
              <p:spPr>
                <a:xfrm>
                  <a:off x="9455875" y="2286606"/>
                  <a:ext cx="137251" cy="1121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11" h="8180" extrusionOk="0">
                      <a:moveTo>
                        <a:pt x="515" y="1"/>
                      </a:moveTo>
                      <a:cubicBezTo>
                        <a:pt x="230" y="7"/>
                        <a:pt x="0" y="243"/>
                        <a:pt x="0" y="531"/>
                      </a:cubicBezTo>
                      <a:cubicBezTo>
                        <a:pt x="0" y="819"/>
                        <a:pt x="230" y="1052"/>
                        <a:pt x="515" y="1062"/>
                      </a:cubicBezTo>
                      <a:lnTo>
                        <a:pt x="4979" y="1062"/>
                      </a:lnTo>
                      <a:cubicBezTo>
                        <a:pt x="7173" y="1062"/>
                        <a:pt x="8946" y="2838"/>
                        <a:pt x="8949" y="5031"/>
                      </a:cubicBezTo>
                      <a:lnTo>
                        <a:pt x="8949" y="7649"/>
                      </a:lnTo>
                      <a:cubicBezTo>
                        <a:pt x="8949" y="7943"/>
                        <a:pt x="9188" y="8179"/>
                        <a:pt x="9480" y="8179"/>
                      </a:cubicBezTo>
                      <a:cubicBezTo>
                        <a:pt x="9771" y="8179"/>
                        <a:pt x="10010" y="7943"/>
                        <a:pt x="10010" y="7652"/>
                      </a:cubicBezTo>
                      <a:lnTo>
                        <a:pt x="10010" y="5031"/>
                      </a:lnTo>
                      <a:cubicBezTo>
                        <a:pt x="10007" y="2252"/>
                        <a:pt x="7758" y="4"/>
                        <a:pt x="4979" y="1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FF0000"/>
                    </a:solidFill>
                    <a:highlight>
                      <a:srgbClr val="FFFF00"/>
                    </a:highlight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1" name="Google Shape;231;p6"/>
                <p:cNvSpPr/>
                <p:nvPr/>
              </p:nvSpPr>
              <p:spPr>
                <a:xfrm>
                  <a:off x="9578545" y="2355317"/>
                  <a:ext cx="116370" cy="14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88" h="1062" extrusionOk="0">
                      <a:moveTo>
                        <a:pt x="519" y="0"/>
                      </a:moveTo>
                      <a:cubicBezTo>
                        <a:pt x="231" y="10"/>
                        <a:pt x="1" y="243"/>
                        <a:pt x="1" y="531"/>
                      </a:cubicBezTo>
                      <a:cubicBezTo>
                        <a:pt x="1" y="819"/>
                        <a:pt x="231" y="1051"/>
                        <a:pt x="519" y="1061"/>
                      </a:cubicBezTo>
                      <a:lnTo>
                        <a:pt x="7973" y="1061"/>
                      </a:lnTo>
                      <a:cubicBezTo>
                        <a:pt x="8261" y="1051"/>
                        <a:pt x="8487" y="819"/>
                        <a:pt x="8487" y="531"/>
                      </a:cubicBezTo>
                      <a:cubicBezTo>
                        <a:pt x="8487" y="243"/>
                        <a:pt x="8261" y="10"/>
                        <a:pt x="7973" y="0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FF0000"/>
                    </a:solidFill>
                    <a:highlight>
                      <a:srgbClr val="FFFF00"/>
                    </a:highlight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2" name="Google Shape;232;p6"/>
                <p:cNvSpPr/>
                <p:nvPr/>
              </p:nvSpPr>
              <p:spPr>
                <a:xfrm>
                  <a:off x="9533620" y="2389824"/>
                  <a:ext cx="104429" cy="582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17" h="4248" extrusionOk="0">
                      <a:moveTo>
                        <a:pt x="2890" y="0"/>
                      </a:moveTo>
                      <a:cubicBezTo>
                        <a:pt x="1295" y="0"/>
                        <a:pt x="4" y="1294"/>
                        <a:pt x="1" y="2889"/>
                      </a:cubicBezTo>
                      <a:lnTo>
                        <a:pt x="1" y="3439"/>
                      </a:lnTo>
                      <a:cubicBezTo>
                        <a:pt x="10" y="3724"/>
                        <a:pt x="243" y="3954"/>
                        <a:pt x="531" y="3954"/>
                      </a:cubicBezTo>
                      <a:cubicBezTo>
                        <a:pt x="819" y="3954"/>
                        <a:pt x="1055" y="3724"/>
                        <a:pt x="1062" y="3439"/>
                      </a:cubicBezTo>
                      <a:lnTo>
                        <a:pt x="1062" y="2889"/>
                      </a:lnTo>
                      <a:cubicBezTo>
                        <a:pt x="1062" y="1880"/>
                        <a:pt x="1880" y="1061"/>
                        <a:pt x="2890" y="1058"/>
                      </a:cubicBezTo>
                      <a:lnTo>
                        <a:pt x="4669" y="1058"/>
                      </a:lnTo>
                      <a:cubicBezTo>
                        <a:pt x="5711" y="1061"/>
                        <a:pt x="6555" y="1902"/>
                        <a:pt x="6555" y="2944"/>
                      </a:cubicBezTo>
                      <a:lnTo>
                        <a:pt x="6555" y="3717"/>
                      </a:lnTo>
                      <a:cubicBezTo>
                        <a:pt x="6555" y="4012"/>
                        <a:pt x="6795" y="4248"/>
                        <a:pt x="7086" y="4248"/>
                      </a:cubicBezTo>
                      <a:cubicBezTo>
                        <a:pt x="7380" y="4248"/>
                        <a:pt x="7617" y="4012"/>
                        <a:pt x="7617" y="3717"/>
                      </a:cubicBezTo>
                      <a:lnTo>
                        <a:pt x="7617" y="2944"/>
                      </a:lnTo>
                      <a:cubicBezTo>
                        <a:pt x="7613" y="1320"/>
                        <a:pt x="6297" y="0"/>
                        <a:pt x="4669" y="0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FF0000"/>
                    </a:solidFill>
                    <a:highlight>
                      <a:srgbClr val="FFFF00"/>
                    </a:highlight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3" name="Google Shape;233;p6"/>
                <p:cNvSpPr/>
                <p:nvPr/>
              </p:nvSpPr>
              <p:spPr>
                <a:xfrm>
                  <a:off x="9504885" y="2171202"/>
                  <a:ext cx="97684" cy="145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25" h="1059" extrusionOk="0">
                      <a:moveTo>
                        <a:pt x="6598" y="0"/>
                      </a:moveTo>
                      <a:cubicBezTo>
                        <a:pt x="6592" y="0"/>
                        <a:pt x="6587" y="0"/>
                        <a:pt x="6581" y="0"/>
                      </a:cubicBezTo>
                      <a:lnTo>
                        <a:pt x="515" y="0"/>
                      </a:lnTo>
                      <a:cubicBezTo>
                        <a:pt x="227" y="7"/>
                        <a:pt x="0" y="243"/>
                        <a:pt x="0" y="528"/>
                      </a:cubicBezTo>
                      <a:cubicBezTo>
                        <a:pt x="0" y="816"/>
                        <a:pt x="227" y="1052"/>
                        <a:pt x="515" y="1058"/>
                      </a:cubicBezTo>
                      <a:lnTo>
                        <a:pt x="6581" y="1058"/>
                      </a:lnTo>
                      <a:cubicBezTo>
                        <a:pt x="6587" y="1058"/>
                        <a:pt x="6592" y="1059"/>
                        <a:pt x="6598" y="1059"/>
                      </a:cubicBezTo>
                      <a:cubicBezTo>
                        <a:pt x="6888" y="1059"/>
                        <a:pt x="7124" y="823"/>
                        <a:pt x="7124" y="528"/>
                      </a:cubicBezTo>
                      <a:cubicBezTo>
                        <a:pt x="7124" y="236"/>
                        <a:pt x="6888" y="0"/>
                        <a:pt x="6598" y="0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FF0000"/>
                    </a:solidFill>
                    <a:highlight>
                      <a:srgbClr val="FFFF00"/>
                    </a:highlight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4" name="Google Shape;234;p6"/>
                <p:cNvSpPr/>
                <p:nvPr/>
              </p:nvSpPr>
              <p:spPr>
                <a:xfrm>
                  <a:off x="9587826" y="2129731"/>
                  <a:ext cx="106993" cy="974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04" h="7109" extrusionOk="0">
                      <a:moveTo>
                        <a:pt x="4230" y="0"/>
                      </a:moveTo>
                      <a:cubicBezTo>
                        <a:pt x="4224" y="0"/>
                        <a:pt x="4218" y="0"/>
                        <a:pt x="4213" y="0"/>
                      </a:cubicBezTo>
                      <a:lnTo>
                        <a:pt x="3339" y="0"/>
                      </a:lnTo>
                      <a:cubicBezTo>
                        <a:pt x="1495" y="0"/>
                        <a:pt x="3" y="1495"/>
                        <a:pt x="0" y="3336"/>
                      </a:cubicBezTo>
                      <a:lnTo>
                        <a:pt x="0" y="3850"/>
                      </a:lnTo>
                      <a:cubicBezTo>
                        <a:pt x="3" y="5649"/>
                        <a:pt x="1459" y="7108"/>
                        <a:pt x="3258" y="7108"/>
                      </a:cubicBezTo>
                      <a:lnTo>
                        <a:pt x="7286" y="7108"/>
                      </a:lnTo>
                      <a:cubicBezTo>
                        <a:pt x="7574" y="7102"/>
                        <a:pt x="7804" y="6866"/>
                        <a:pt x="7804" y="6578"/>
                      </a:cubicBezTo>
                      <a:cubicBezTo>
                        <a:pt x="7804" y="6290"/>
                        <a:pt x="7574" y="6057"/>
                        <a:pt x="7286" y="6047"/>
                      </a:cubicBezTo>
                      <a:lnTo>
                        <a:pt x="3258" y="6047"/>
                      </a:lnTo>
                      <a:cubicBezTo>
                        <a:pt x="2045" y="6047"/>
                        <a:pt x="1061" y="5064"/>
                        <a:pt x="1061" y="3850"/>
                      </a:cubicBezTo>
                      <a:lnTo>
                        <a:pt x="1061" y="3336"/>
                      </a:lnTo>
                      <a:cubicBezTo>
                        <a:pt x="1061" y="2081"/>
                        <a:pt x="2080" y="1061"/>
                        <a:pt x="3339" y="1058"/>
                      </a:cubicBezTo>
                      <a:lnTo>
                        <a:pt x="4213" y="1058"/>
                      </a:lnTo>
                      <a:cubicBezTo>
                        <a:pt x="4218" y="1058"/>
                        <a:pt x="4224" y="1059"/>
                        <a:pt x="4230" y="1059"/>
                      </a:cubicBezTo>
                      <a:cubicBezTo>
                        <a:pt x="4520" y="1059"/>
                        <a:pt x="4756" y="823"/>
                        <a:pt x="4756" y="528"/>
                      </a:cubicBezTo>
                      <a:cubicBezTo>
                        <a:pt x="4756" y="236"/>
                        <a:pt x="4520" y="0"/>
                        <a:pt x="4230" y="0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FF0000"/>
                    </a:solidFill>
                    <a:highlight>
                      <a:srgbClr val="FFFF00"/>
                    </a:highlight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235" name="Google Shape;235;p6"/>
          <p:cNvGrpSpPr/>
          <p:nvPr/>
        </p:nvGrpSpPr>
        <p:grpSpPr>
          <a:xfrm rot="535096">
            <a:off x="6523735" y="3039081"/>
            <a:ext cx="340168" cy="340168"/>
            <a:chOff x="5648375" y="3804850"/>
            <a:chExt cx="483125" cy="483125"/>
          </a:xfrm>
        </p:grpSpPr>
        <p:sp>
          <p:nvSpPr>
            <p:cNvPr id="236" name="Google Shape;236;p6"/>
            <p:cNvSpPr/>
            <p:nvPr/>
          </p:nvSpPr>
          <p:spPr>
            <a:xfrm>
              <a:off x="5648375" y="3804850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9662" y="1132"/>
                  </a:moveTo>
                  <a:cubicBezTo>
                    <a:pt x="14367" y="1132"/>
                    <a:pt x="18192" y="4958"/>
                    <a:pt x="18192" y="9662"/>
                  </a:cubicBezTo>
                  <a:cubicBezTo>
                    <a:pt x="18192" y="14367"/>
                    <a:pt x="14367" y="18192"/>
                    <a:pt x="9662" y="18192"/>
                  </a:cubicBezTo>
                  <a:cubicBezTo>
                    <a:pt x="4958" y="18192"/>
                    <a:pt x="1132" y="14367"/>
                    <a:pt x="1132" y="9662"/>
                  </a:cubicBezTo>
                  <a:cubicBezTo>
                    <a:pt x="1132" y="4958"/>
                    <a:pt x="4958" y="1132"/>
                    <a:pt x="9662" y="1132"/>
                  </a:cubicBezTo>
                  <a:close/>
                  <a:moveTo>
                    <a:pt x="9662" y="0"/>
                  </a:moveTo>
                  <a:cubicBezTo>
                    <a:pt x="7093" y="0"/>
                    <a:pt x="4668" y="1009"/>
                    <a:pt x="2838" y="2838"/>
                  </a:cubicBezTo>
                  <a:cubicBezTo>
                    <a:pt x="1009" y="4668"/>
                    <a:pt x="0" y="7093"/>
                    <a:pt x="0" y="9662"/>
                  </a:cubicBezTo>
                  <a:cubicBezTo>
                    <a:pt x="0" y="12232"/>
                    <a:pt x="1009" y="14657"/>
                    <a:pt x="2838" y="16486"/>
                  </a:cubicBezTo>
                  <a:cubicBezTo>
                    <a:pt x="4668" y="18316"/>
                    <a:pt x="7093" y="19325"/>
                    <a:pt x="9662" y="19325"/>
                  </a:cubicBezTo>
                  <a:cubicBezTo>
                    <a:pt x="12232" y="19325"/>
                    <a:pt x="14656" y="18316"/>
                    <a:pt x="16486" y="16486"/>
                  </a:cubicBezTo>
                  <a:cubicBezTo>
                    <a:pt x="18316" y="14657"/>
                    <a:pt x="19325" y="12232"/>
                    <a:pt x="19325" y="9662"/>
                  </a:cubicBezTo>
                  <a:cubicBezTo>
                    <a:pt x="19325" y="7093"/>
                    <a:pt x="18316" y="4668"/>
                    <a:pt x="16486" y="2838"/>
                  </a:cubicBezTo>
                  <a:cubicBezTo>
                    <a:pt x="14656" y="1009"/>
                    <a:pt x="12232" y="0"/>
                    <a:pt x="966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6"/>
            <p:cNvSpPr/>
            <p:nvPr/>
          </p:nvSpPr>
          <p:spPr>
            <a:xfrm>
              <a:off x="5762575" y="3947300"/>
              <a:ext cx="88275" cy="85000"/>
            </a:xfrm>
            <a:custGeom>
              <a:avLst/>
              <a:gdLst/>
              <a:ahLst/>
              <a:cxnLst/>
              <a:rect l="l" t="t" r="r" b="b"/>
              <a:pathLst>
                <a:path w="3531" h="3400" extrusionOk="0">
                  <a:moveTo>
                    <a:pt x="1697" y="1135"/>
                  </a:moveTo>
                  <a:cubicBezTo>
                    <a:pt x="2202" y="1135"/>
                    <a:pt x="2455" y="1742"/>
                    <a:pt x="2099" y="2101"/>
                  </a:cubicBezTo>
                  <a:cubicBezTo>
                    <a:pt x="1983" y="2216"/>
                    <a:pt x="1841" y="2268"/>
                    <a:pt x="1702" y="2268"/>
                  </a:cubicBezTo>
                  <a:cubicBezTo>
                    <a:pt x="1411" y="2268"/>
                    <a:pt x="1133" y="2041"/>
                    <a:pt x="1133" y="1700"/>
                  </a:cubicBezTo>
                  <a:cubicBezTo>
                    <a:pt x="1133" y="1386"/>
                    <a:pt x="1383" y="1135"/>
                    <a:pt x="1697" y="1135"/>
                  </a:cubicBezTo>
                  <a:close/>
                  <a:moveTo>
                    <a:pt x="1698" y="0"/>
                  </a:moveTo>
                  <a:cubicBezTo>
                    <a:pt x="1479" y="0"/>
                    <a:pt x="1258" y="43"/>
                    <a:pt x="1048" y="130"/>
                  </a:cubicBezTo>
                  <a:cubicBezTo>
                    <a:pt x="414" y="392"/>
                    <a:pt x="1" y="1011"/>
                    <a:pt x="1" y="1700"/>
                  </a:cubicBezTo>
                  <a:cubicBezTo>
                    <a:pt x="1" y="2639"/>
                    <a:pt x="758" y="3397"/>
                    <a:pt x="1697" y="3400"/>
                  </a:cubicBezTo>
                  <a:cubicBezTo>
                    <a:pt x="2386" y="3400"/>
                    <a:pt x="3005" y="2983"/>
                    <a:pt x="3268" y="2349"/>
                  </a:cubicBezTo>
                  <a:cubicBezTo>
                    <a:pt x="3530" y="1715"/>
                    <a:pt x="3385" y="984"/>
                    <a:pt x="2899" y="498"/>
                  </a:cubicBezTo>
                  <a:cubicBezTo>
                    <a:pt x="2574" y="173"/>
                    <a:pt x="2139" y="0"/>
                    <a:pt x="169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6"/>
            <p:cNvSpPr/>
            <p:nvPr/>
          </p:nvSpPr>
          <p:spPr>
            <a:xfrm>
              <a:off x="5932425" y="3947300"/>
              <a:ext cx="88250" cy="85000"/>
            </a:xfrm>
            <a:custGeom>
              <a:avLst/>
              <a:gdLst/>
              <a:ahLst/>
              <a:cxnLst/>
              <a:rect l="l" t="t" r="r" b="b"/>
              <a:pathLst>
                <a:path w="3530" h="3400" extrusionOk="0">
                  <a:moveTo>
                    <a:pt x="1697" y="1135"/>
                  </a:moveTo>
                  <a:cubicBezTo>
                    <a:pt x="2201" y="1135"/>
                    <a:pt x="2455" y="1742"/>
                    <a:pt x="2099" y="2101"/>
                  </a:cubicBezTo>
                  <a:cubicBezTo>
                    <a:pt x="1983" y="2216"/>
                    <a:pt x="1841" y="2268"/>
                    <a:pt x="1702" y="2268"/>
                  </a:cubicBezTo>
                  <a:cubicBezTo>
                    <a:pt x="1411" y="2268"/>
                    <a:pt x="1133" y="2041"/>
                    <a:pt x="1133" y="1700"/>
                  </a:cubicBezTo>
                  <a:cubicBezTo>
                    <a:pt x="1133" y="1386"/>
                    <a:pt x="1383" y="1135"/>
                    <a:pt x="1697" y="1135"/>
                  </a:cubicBezTo>
                  <a:close/>
                  <a:moveTo>
                    <a:pt x="1697" y="0"/>
                  </a:moveTo>
                  <a:cubicBezTo>
                    <a:pt x="1479" y="0"/>
                    <a:pt x="1258" y="43"/>
                    <a:pt x="1048" y="130"/>
                  </a:cubicBezTo>
                  <a:cubicBezTo>
                    <a:pt x="414" y="392"/>
                    <a:pt x="0" y="1011"/>
                    <a:pt x="0" y="1700"/>
                  </a:cubicBezTo>
                  <a:cubicBezTo>
                    <a:pt x="0" y="2639"/>
                    <a:pt x="758" y="3397"/>
                    <a:pt x="1697" y="3400"/>
                  </a:cubicBezTo>
                  <a:cubicBezTo>
                    <a:pt x="2386" y="3400"/>
                    <a:pt x="3005" y="2983"/>
                    <a:pt x="3267" y="2349"/>
                  </a:cubicBezTo>
                  <a:cubicBezTo>
                    <a:pt x="3530" y="1715"/>
                    <a:pt x="3385" y="984"/>
                    <a:pt x="2899" y="498"/>
                  </a:cubicBezTo>
                  <a:cubicBezTo>
                    <a:pt x="2574" y="173"/>
                    <a:pt x="2139" y="0"/>
                    <a:pt x="169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6"/>
            <p:cNvSpPr/>
            <p:nvPr/>
          </p:nvSpPr>
          <p:spPr>
            <a:xfrm>
              <a:off x="5762575" y="4060600"/>
              <a:ext cx="254800" cy="141550"/>
            </a:xfrm>
            <a:custGeom>
              <a:avLst/>
              <a:gdLst/>
              <a:ahLst/>
              <a:cxnLst/>
              <a:rect l="l" t="t" r="r" b="b"/>
              <a:pathLst>
                <a:path w="10192" h="5662" extrusionOk="0">
                  <a:moveTo>
                    <a:pt x="9017" y="1132"/>
                  </a:moveTo>
                  <a:cubicBezTo>
                    <a:pt x="8736" y="3083"/>
                    <a:pt x="7066" y="4529"/>
                    <a:pt x="5094" y="4529"/>
                  </a:cubicBezTo>
                  <a:cubicBezTo>
                    <a:pt x="3123" y="4529"/>
                    <a:pt x="1453" y="3083"/>
                    <a:pt x="1172" y="1132"/>
                  </a:cubicBezTo>
                  <a:close/>
                  <a:moveTo>
                    <a:pt x="565" y="0"/>
                  </a:moveTo>
                  <a:cubicBezTo>
                    <a:pt x="251" y="0"/>
                    <a:pt x="1" y="251"/>
                    <a:pt x="1" y="565"/>
                  </a:cubicBezTo>
                  <a:cubicBezTo>
                    <a:pt x="1" y="3373"/>
                    <a:pt x="2286" y="5662"/>
                    <a:pt x="5094" y="5662"/>
                  </a:cubicBezTo>
                  <a:cubicBezTo>
                    <a:pt x="7905" y="5662"/>
                    <a:pt x="10191" y="3373"/>
                    <a:pt x="10191" y="565"/>
                  </a:cubicBezTo>
                  <a:cubicBezTo>
                    <a:pt x="10191" y="251"/>
                    <a:pt x="9938" y="0"/>
                    <a:pt x="962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0" name="Google Shape;240;p6"/>
          <p:cNvGrpSpPr/>
          <p:nvPr/>
        </p:nvGrpSpPr>
        <p:grpSpPr>
          <a:xfrm rot="468986">
            <a:off x="7268770" y="3098902"/>
            <a:ext cx="340186" cy="340168"/>
            <a:chOff x="5053900" y="3804850"/>
            <a:chExt cx="483150" cy="483125"/>
          </a:xfrm>
        </p:grpSpPr>
        <p:sp>
          <p:nvSpPr>
            <p:cNvPr id="241" name="Google Shape;241;p6"/>
            <p:cNvSpPr/>
            <p:nvPr/>
          </p:nvSpPr>
          <p:spPr>
            <a:xfrm>
              <a:off x="5053900" y="3804850"/>
              <a:ext cx="483150" cy="483125"/>
            </a:xfrm>
            <a:custGeom>
              <a:avLst/>
              <a:gdLst/>
              <a:ahLst/>
              <a:cxnLst/>
              <a:rect l="l" t="t" r="r" b="b"/>
              <a:pathLst>
                <a:path w="19326" h="19325" extrusionOk="0">
                  <a:moveTo>
                    <a:pt x="9663" y="1132"/>
                  </a:moveTo>
                  <a:cubicBezTo>
                    <a:pt x="14367" y="1132"/>
                    <a:pt x="18193" y="4958"/>
                    <a:pt x="18193" y="9662"/>
                  </a:cubicBezTo>
                  <a:cubicBezTo>
                    <a:pt x="18193" y="14367"/>
                    <a:pt x="14367" y="18192"/>
                    <a:pt x="9663" y="18192"/>
                  </a:cubicBezTo>
                  <a:cubicBezTo>
                    <a:pt x="4959" y="18192"/>
                    <a:pt x="1133" y="14367"/>
                    <a:pt x="1133" y="9662"/>
                  </a:cubicBezTo>
                  <a:cubicBezTo>
                    <a:pt x="1133" y="4958"/>
                    <a:pt x="4959" y="1132"/>
                    <a:pt x="9663" y="1132"/>
                  </a:cubicBezTo>
                  <a:close/>
                  <a:moveTo>
                    <a:pt x="9663" y="0"/>
                  </a:moveTo>
                  <a:cubicBezTo>
                    <a:pt x="7094" y="0"/>
                    <a:pt x="4669" y="1009"/>
                    <a:pt x="2839" y="2838"/>
                  </a:cubicBezTo>
                  <a:cubicBezTo>
                    <a:pt x="1009" y="4668"/>
                    <a:pt x="1" y="7093"/>
                    <a:pt x="1" y="9662"/>
                  </a:cubicBezTo>
                  <a:cubicBezTo>
                    <a:pt x="1" y="12232"/>
                    <a:pt x="1009" y="14657"/>
                    <a:pt x="2839" y="16486"/>
                  </a:cubicBezTo>
                  <a:cubicBezTo>
                    <a:pt x="4669" y="18316"/>
                    <a:pt x="7094" y="19325"/>
                    <a:pt x="9663" y="19325"/>
                  </a:cubicBezTo>
                  <a:cubicBezTo>
                    <a:pt x="12233" y="19325"/>
                    <a:pt x="14657" y="18316"/>
                    <a:pt x="16487" y="16486"/>
                  </a:cubicBezTo>
                  <a:cubicBezTo>
                    <a:pt x="18317" y="14657"/>
                    <a:pt x="19325" y="12232"/>
                    <a:pt x="19325" y="9662"/>
                  </a:cubicBezTo>
                  <a:cubicBezTo>
                    <a:pt x="19325" y="7093"/>
                    <a:pt x="18317" y="4668"/>
                    <a:pt x="16487" y="2838"/>
                  </a:cubicBezTo>
                  <a:cubicBezTo>
                    <a:pt x="14657" y="1009"/>
                    <a:pt x="12233" y="0"/>
                    <a:pt x="966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6"/>
            <p:cNvSpPr/>
            <p:nvPr/>
          </p:nvSpPr>
          <p:spPr>
            <a:xfrm>
              <a:off x="5168125" y="3947300"/>
              <a:ext cx="88275" cy="85000"/>
            </a:xfrm>
            <a:custGeom>
              <a:avLst/>
              <a:gdLst/>
              <a:ahLst/>
              <a:cxnLst/>
              <a:rect l="l" t="t" r="r" b="b"/>
              <a:pathLst>
                <a:path w="3531" h="3400" extrusionOk="0">
                  <a:moveTo>
                    <a:pt x="1697" y="1135"/>
                  </a:moveTo>
                  <a:cubicBezTo>
                    <a:pt x="2202" y="1135"/>
                    <a:pt x="2455" y="1742"/>
                    <a:pt x="2099" y="2101"/>
                  </a:cubicBezTo>
                  <a:cubicBezTo>
                    <a:pt x="1983" y="2216"/>
                    <a:pt x="1841" y="2268"/>
                    <a:pt x="1702" y="2268"/>
                  </a:cubicBezTo>
                  <a:cubicBezTo>
                    <a:pt x="1411" y="2268"/>
                    <a:pt x="1133" y="2041"/>
                    <a:pt x="1133" y="1700"/>
                  </a:cubicBezTo>
                  <a:cubicBezTo>
                    <a:pt x="1133" y="1386"/>
                    <a:pt x="1383" y="1135"/>
                    <a:pt x="1697" y="1135"/>
                  </a:cubicBezTo>
                  <a:close/>
                  <a:moveTo>
                    <a:pt x="1697" y="0"/>
                  </a:moveTo>
                  <a:cubicBezTo>
                    <a:pt x="1479" y="0"/>
                    <a:pt x="1258" y="43"/>
                    <a:pt x="1048" y="130"/>
                  </a:cubicBezTo>
                  <a:cubicBezTo>
                    <a:pt x="414" y="392"/>
                    <a:pt x="0" y="1011"/>
                    <a:pt x="0" y="1700"/>
                  </a:cubicBezTo>
                  <a:cubicBezTo>
                    <a:pt x="0" y="2639"/>
                    <a:pt x="758" y="3397"/>
                    <a:pt x="1697" y="3400"/>
                  </a:cubicBezTo>
                  <a:cubicBezTo>
                    <a:pt x="2386" y="3400"/>
                    <a:pt x="3005" y="2983"/>
                    <a:pt x="3267" y="2349"/>
                  </a:cubicBezTo>
                  <a:cubicBezTo>
                    <a:pt x="3530" y="1715"/>
                    <a:pt x="3385" y="984"/>
                    <a:pt x="2899" y="498"/>
                  </a:cubicBezTo>
                  <a:cubicBezTo>
                    <a:pt x="2574" y="173"/>
                    <a:pt x="2139" y="0"/>
                    <a:pt x="169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6"/>
            <p:cNvSpPr/>
            <p:nvPr/>
          </p:nvSpPr>
          <p:spPr>
            <a:xfrm>
              <a:off x="5334575" y="3947350"/>
              <a:ext cx="88325" cy="84950"/>
            </a:xfrm>
            <a:custGeom>
              <a:avLst/>
              <a:gdLst/>
              <a:ahLst/>
              <a:cxnLst/>
              <a:rect l="l" t="t" r="r" b="b"/>
              <a:pathLst>
                <a:path w="3533" h="3398" extrusionOk="0">
                  <a:moveTo>
                    <a:pt x="1829" y="1130"/>
                  </a:moveTo>
                  <a:cubicBezTo>
                    <a:pt x="2121" y="1130"/>
                    <a:pt x="2401" y="1356"/>
                    <a:pt x="2401" y="1698"/>
                  </a:cubicBezTo>
                  <a:cubicBezTo>
                    <a:pt x="2401" y="2012"/>
                    <a:pt x="2147" y="2265"/>
                    <a:pt x="1833" y="2265"/>
                  </a:cubicBezTo>
                  <a:cubicBezTo>
                    <a:pt x="1329" y="2265"/>
                    <a:pt x="1075" y="1656"/>
                    <a:pt x="1431" y="1296"/>
                  </a:cubicBezTo>
                  <a:cubicBezTo>
                    <a:pt x="1547" y="1181"/>
                    <a:pt x="1690" y="1130"/>
                    <a:pt x="1829" y="1130"/>
                  </a:cubicBezTo>
                  <a:close/>
                  <a:moveTo>
                    <a:pt x="1833" y="1"/>
                  </a:moveTo>
                  <a:cubicBezTo>
                    <a:pt x="1145" y="1"/>
                    <a:pt x="526" y="415"/>
                    <a:pt x="263" y="1049"/>
                  </a:cubicBezTo>
                  <a:cubicBezTo>
                    <a:pt x="0" y="1683"/>
                    <a:pt x="145" y="2413"/>
                    <a:pt x="631" y="2900"/>
                  </a:cubicBezTo>
                  <a:cubicBezTo>
                    <a:pt x="956" y="3225"/>
                    <a:pt x="1391" y="3397"/>
                    <a:pt x="1833" y="3397"/>
                  </a:cubicBezTo>
                  <a:cubicBezTo>
                    <a:pt x="2052" y="3397"/>
                    <a:pt x="2272" y="3355"/>
                    <a:pt x="2482" y="3268"/>
                  </a:cubicBezTo>
                  <a:cubicBezTo>
                    <a:pt x="3116" y="3005"/>
                    <a:pt x="3533" y="2386"/>
                    <a:pt x="3533" y="1698"/>
                  </a:cubicBezTo>
                  <a:cubicBezTo>
                    <a:pt x="3530" y="759"/>
                    <a:pt x="2772" y="1"/>
                    <a:pt x="183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6"/>
            <p:cNvSpPr/>
            <p:nvPr/>
          </p:nvSpPr>
          <p:spPr>
            <a:xfrm>
              <a:off x="5170150" y="4060600"/>
              <a:ext cx="250650" cy="113225"/>
            </a:xfrm>
            <a:custGeom>
              <a:avLst/>
              <a:gdLst/>
              <a:ahLst/>
              <a:cxnLst/>
              <a:rect l="l" t="t" r="r" b="b"/>
              <a:pathLst>
                <a:path w="10026" h="4529" extrusionOk="0">
                  <a:moveTo>
                    <a:pt x="5006" y="0"/>
                  </a:moveTo>
                  <a:cubicBezTo>
                    <a:pt x="2684" y="0"/>
                    <a:pt x="659" y="1572"/>
                    <a:pt x="79" y="3820"/>
                  </a:cubicBezTo>
                  <a:cubicBezTo>
                    <a:pt x="1" y="4125"/>
                    <a:pt x="182" y="4433"/>
                    <a:pt x="487" y="4511"/>
                  </a:cubicBezTo>
                  <a:cubicBezTo>
                    <a:pt x="533" y="4523"/>
                    <a:pt x="580" y="4528"/>
                    <a:pt x="625" y="4528"/>
                  </a:cubicBezTo>
                  <a:cubicBezTo>
                    <a:pt x="878" y="4528"/>
                    <a:pt x="1109" y="4359"/>
                    <a:pt x="1175" y="4103"/>
                  </a:cubicBezTo>
                  <a:cubicBezTo>
                    <a:pt x="1625" y="2352"/>
                    <a:pt x="3205" y="1126"/>
                    <a:pt x="5013" y="1126"/>
                  </a:cubicBezTo>
                  <a:cubicBezTo>
                    <a:pt x="6822" y="1126"/>
                    <a:pt x="8401" y="2352"/>
                    <a:pt x="8851" y="4103"/>
                  </a:cubicBezTo>
                  <a:cubicBezTo>
                    <a:pt x="8917" y="4359"/>
                    <a:pt x="9148" y="4528"/>
                    <a:pt x="9401" y="4528"/>
                  </a:cubicBezTo>
                  <a:cubicBezTo>
                    <a:pt x="9447" y="4528"/>
                    <a:pt x="9493" y="4523"/>
                    <a:pt x="9539" y="4511"/>
                  </a:cubicBezTo>
                  <a:cubicBezTo>
                    <a:pt x="9844" y="4433"/>
                    <a:pt x="10025" y="4125"/>
                    <a:pt x="9947" y="3820"/>
                  </a:cubicBezTo>
                  <a:cubicBezTo>
                    <a:pt x="9368" y="1572"/>
                    <a:pt x="7342" y="0"/>
                    <a:pt x="5020" y="0"/>
                  </a:cubicBezTo>
                  <a:cubicBezTo>
                    <a:pt x="5018" y="0"/>
                    <a:pt x="5015" y="0"/>
                    <a:pt x="5013" y="0"/>
                  </a:cubicBezTo>
                  <a:cubicBezTo>
                    <a:pt x="5011" y="0"/>
                    <a:pt x="5009" y="0"/>
                    <a:pt x="500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5" name="Google Shape;245;p6"/>
          <p:cNvSpPr/>
          <p:nvPr/>
        </p:nvSpPr>
        <p:spPr>
          <a:xfrm rot="302030">
            <a:off x="6956214" y="2626982"/>
            <a:ext cx="354527" cy="353587"/>
          </a:xfrm>
          <a:custGeom>
            <a:avLst/>
            <a:gdLst/>
            <a:ahLst/>
            <a:cxnLst/>
            <a:rect l="l" t="t" r="r" b="b"/>
            <a:pathLst>
              <a:path w="11689" h="11658" extrusionOk="0">
                <a:moveTo>
                  <a:pt x="8632" y="694"/>
                </a:moveTo>
                <a:cubicBezTo>
                  <a:pt x="8821" y="694"/>
                  <a:pt x="8979" y="851"/>
                  <a:pt x="8979" y="1040"/>
                </a:cubicBezTo>
                <a:lnTo>
                  <a:pt x="8979" y="1387"/>
                </a:lnTo>
                <a:lnTo>
                  <a:pt x="2836" y="1387"/>
                </a:lnTo>
                <a:lnTo>
                  <a:pt x="2836" y="1040"/>
                </a:lnTo>
                <a:cubicBezTo>
                  <a:pt x="2804" y="851"/>
                  <a:pt x="2962" y="694"/>
                  <a:pt x="3151" y="694"/>
                </a:cubicBezTo>
                <a:close/>
                <a:moveTo>
                  <a:pt x="4505" y="3435"/>
                </a:moveTo>
                <a:cubicBezTo>
                  <a:pt x="4694" y="3435"/>
                  <a:pt x="4852" y="3592"/>
                  <a:pt x="4852" y="3781"/>
                </a:cubicBezTo>
                <a:lnTo>
                  <a:pt x="4852" y="5829"/>
                </a:lnTo>
                <a:cubicBezTo>
                  <a:pt x="4852" y="6049"/>
                  <a:pt x="4694" y="6207"/>
                  <a:pt x="4505" y="6207"/>
                </a:cubicBezTo>
                <a:lnTo>
                  <a:pt x="3812" y="6207"/>
                </a:lnTo>
                <a:cubicBezTo>
                  <a:pt x="3623" y="6207"/>
                  <a:pt x="3466" y="6365"/>
                  <a:pt x="3466" y="6554"/>
                </a:cubicBezTo>
                <a:lnTo>
                  <a:pt x="3466" y="7089"/>
                </a:lnTo>
                <a:lnTo>
                  <a:pt x="2678" y="6302"/>
                </a:lnTo>
                <a:cubicBezTo>
                  <a:pt x="2615" y="6239"/>
                  <a:pt x="2520" y="6207"/>
                  <a:pt x="2457" y="6207"/>
                </a:cubicBezTo>
                <a:lnTo>
                  <a:pt x="1071" y="6207"/>
                </a:lnTo>
                <a:cubicBezTo>
                  <a:pt x="882" y="6144"/>
                  <a:pt x="725" y="5986"/>
                  <a:pt x="725" y="5829"/>
                </a:cubicBezTo>
                <a:lnTo>
                  <a:pt x="725" y="3781"/>
                </a:lnTo>
                <a:cubicBezTo>
                  <a:pt x="725" y="3592"/>
                  <a:pt x="882" y="3435"/>
                  <a:pt x="1071" y="3435"/>
                </a:cubicBezTo>
                <a:close/>
                <a:moveTo>
                  <a:pt x="10680" y="3435"/>
                </a:moveTo>
                <a:cubicBezTo>
                  <a:pt x="10869" y="3435"/>
                  <a:pt x="11027" y="3592"/>
                  <a:pt x="11027" y="3781"/>
                </a:cubicBezTo>
                <a:lnTo>
                  <a:pt x="11027" y="5829"/>
                </a:lnTo>
                <a:cubicBezTo>
                  <a:pt x="11027" y="6049"/>
                  <a:pt x="10869" y="6207"/>
                  <a:pt x="10680" y="6207"/>
                </a:cubicBezTo>
                <a:lnTo>
                  <a:pt x="9294" y="6207"/>
                </a:lnTo>
                <a:cubicBezTo>
                  <a:pt x="9231" y="6207"/>
                  <a:pt x="9105" y="6239"/>
                  <a:pt x="9074" y="6302"/>
                </a:cubicBezTo>
                <a:lnTo>
                  <a:pt x="8286" y="7089"/>
                </a:lnTo>
                <a:lnTo>
                  <a:pt x="8286" y="6554"/>
                </a:lnTo>
                <a:cubicBezTo>
                  <a:pt x="8286" y="6365"/>
                  <a:pt x="8128" y="6207"/>
                  <a:pt x="7908" y="6207"/>
                </a:cubicBezTo>
                <a:lnTo>
                  <a:pt x="7246" y="6207"/>
                </a:lnTo>
                <a:cubicBezTo>
                  <a:pt x="7057" y="6207"/>
                  <a:pt x="6900" y="6049"/>
                  <a:pt x="6900" y="5829"/>
                </a:cubicBezTo>
                <a:lnTo>
                  <a:pt x="6900" y="3781"/>
                </a:lnTo>
                <a:cubicBezTo>
                  <a:pt x="6900" y="3592"/>
                  <a:pt x="7057" y="3435"/>
                  <a:pt x="7246" y="3435"/>
                </a:cubicBezTo>
                <a:close/>
                <a:moveTo>
                  <a:pt x="8948" y="2048"/>
                </a:moveTo>
                <a:lnTo>
                  <a:pt x="8948" y="2773"/>
                </a:lnTo>
                <a:lnTo>
                  <a:pt x="7246" y="2773"/>
                </a:lnTo>
                <a:cubicBezTo>
                  <a:pt x="6711" y="2773"/>
                  <a:pt x="6238" y="3246"/>
                  <a:pt x="6238" y="3781"/>
                </a:cubicBezTo>
                <a:lnTo>
                  <a:pt x="6238" y="5829"/>
                </a:lnTo>
                <a:cubicBezTo>
                  <a:pt x="6238" y="6396"/>
                  <a:pt x="6711" y="6869"/>
                  <a:pt x="7246" y="6869"/>
                </a:cubicBezTo>
                <a:lnTo>
                  <a:pt x="7593" y="6869"/>
                </a:lnTo>
                <a:lnTo>
                  <a:pt x="7593" y="7877"/>
                </a:lnTo>
                <a:cubicBezTo>
                  <a:pt x="7593" y="8034"/>
                  <a:pt x="7687" y="8160"/>
                  <a:pt x="7813" y="8192"/>
                </a:cubicBezTo>
                <a:cubicBezTo>
                  <a:pt x="7852" y="8218"/>
                  <a:pt x="7902" y="8233"/>
                  <a:pt x="7954" y="8233"/>
                </a:cubicBezTo>
                <a:cubicBezTo>
                  <a:pt x="8028" y="8233"/>
                  <a:pt x="8105" y="8203"/>
                  <a:pt x="8160" y="8129"/>
                </a:cubicBezTo>
                <a:lnTo>
                  <a:pt x="8948" y="7341"/>
                </a:lnTo>
                <a:lnTo>
                  <a:pt x="8948" y="8916"/>
                </a:lnTo>
                <a:lnTo>
                  <a:pt x="2804" y="8916"/>
                </a:lnTo>
                <a:lnTo>
                  <a:pt x="2804" y="7341"/>
                </a:lnTo>
                <a:lnTo>
                  <a:pt x="3592" y="8129"/>
                </a:lnTo>
                <a:cubicBezTo>
                  <a:pt x="3636" y="8173"/>
                  <a:pt x="3728" y="8218"/>
                  <a:pt x="3823" y="8218"/>
                </a:cubicBezTo>
                <a:cubicBezTo>
                  <a:pt x="3862" y="8218"/>
                  <a:pt x="3901" y="8210"/>
                  <a:pt x="3938" y="8192"/>
                </a:cubicBezTo>
                <a:cubicBezTo>
                  <a:pt x="4064" y="8160"/>
                  <a:pt x="4127" y="8003"/>
                  <a:pt x="4127" y="7877"/>
                </a:cubicBezTo>
                <a:lnTo>
                  <a:pt x="4127" y="6869"/>
                </a:lnTo>
                <a:lnTo>
                  <a:pt x="4505" y="6869"/>
                </a:lnTo>
                <a:cubicBezTo>
                  <a:pt x="5041" y="6869"/>
                  <a:pt x="5513" y="6396"/>
                  <a:pt x="5513" y="5829"/>
                </a:cubicBezTo>
                <a:lnTo>
                  <a:pt x="5513" y="3781"/>
                </a:lnTo>
                <a:cubicBezTo>
                  <a:pt x="5513" y="3246"/>
                  <a:pt x="5041" y="2773"/>
                  <a:pt x="4505" y="2773"/>
                </a:cubicBezTo>
                <a:lnTo>
                  <a:pt x="2804" y="2773"/>
                </a:lnTo>
                <a:lnTo>
                  <a:pt x="2804" y="2048"/>
                </a:lnTo>
                <a:close/>
                <a:moveTo>
                  <a:pt x="8948" y="9547"/>
                </a:moveTo>
                <a:lnTo>
                  <a:pt x="8948" y="10618"/>
                </a:lnTo>
                <a:cubicBezTo>
                  <a:pt x="8948" y="10838"/>
                  <a:pt x="8790" y="10964"/>
                  <a:pt x="8632" y="10964"/>
                </a:cubicBezTo>
                <a:lnTo>
                  <a:pt x="3151" y="10964"/>
                </a:lnTo>
                <a:cubicBezTo>
                  <a:pt x="2962" y="10964"/>
                  <a:pt x="2804" y="10807"/>
                  <a:pt x="2804" y="10618"/>
                </a:cubicBezTo>
                <a:lnTo>
                  <a:pt x="2804" y="9547"/>
                </a:lnTo>
                <a:close/>
                <a:moveTo>
                  <a:pt x="3119" y="1"/>
                </a:moveTo>
                <a:cubicBezTo>
                  <a:pt x="2552" y="1"/>
                  <a:pt x="2079" y="473"/>
                  <a:pt x="2079" y="1040"/>
                </a:cubicBezTo>
                <a:lnTo>
                  <a:pt x="2079" y="2773"/>
                </a:lnTo>
                <a:lnTo>
                  <a:pt x="1040" y="2773"/>
                </a:lnTo>
                <a:cubicBezTo>
                  <a:pt x="473" y="2773"/>
                  <a:pt x="0" y="3246"/>
                  <a:pt x="0" y="3781"/>
                </a:cubicBezTo>
                <a:lnTo>
                  <a:pt x="0" y="5829"/>
                </a:lnTo>
                <a:cubicBezTo>
                  <a:pt x="0" y="6396"/>
                  <a:pt x="473" y="6869"/>
                  <a:pt x="1040" y="6869"/>
                </a:cubicBezTo>
                <a:lnTo>
                  <a:pt x="2079" y="6869"/>
                </a:lnTo>
                <a:lnTo>
                  <a:pt x="2079" y="10649"/>
                </a:lnTo>
                <a:cubicBezTo>
                  <a:pt x="2079" y="11185"/>
                  <a:pt x="2552" y="11657"/>
                  <a:pt x="3119" y="11657"/>
                </a:cubicBezTo>
                <a:lnTo>
                  <a:pt x="8601" y="11657"/>
                </a:lnTo>
                <a:cubicBezTo>
                  <a:pt x="9137" y="11657"/>
                  <a:pt x="9609" y="11185"/>
                  <a:pt x="9609" y="10649"/>
                </a:cubicBezTo>
                <a:lnTo>
                  <a:pt x="9609" y="6869"/>
                </a:lnTo>
                <a:lnTo>
                  <a:pt x="10680" y="6869"/>
                </a:lnTo>
                <a:cubicBezTo>
                  <a:pt x="11216" y="6869"/>
                  <a:pt x="11688" y="6396"/>
                  <a:pt x="11688" y="5829"/>
                </a:cubicBezTo>
                <a:lnTo>
                  <a:pt x="11688" y="3781"/>
                </a:lnTo>
                <a:cubicBezTo>
                  <a:pt x="11688" y="3214"/>
                  <a:pt x="11279" y="2773"/>
                  <a:pt x="10680" y="2773"/>
                </a:cubicBezTo>
                <a:lnTo>
                  <a:pt x="9609" y="2773"/>
                </a:lnTo>
                <a:lnTo>
                  <a:pt x="9609" y="1040"/>
                </a:lnTo>
                <a:cubicBezTo>
                  <a:pt x="9609" y="473"/>
                  <a:pt x="9137" y="1"/>
                  <a:pt x="8601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g39eb14dd9a1_0_0" title="download1761847041385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1400" y="630725"/>
            <a:ext cx="7621200" cy="3882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7"/>
          <p:cNvSpPr txBox="1">
            <a:spLocks noGrp="1"/>
          </p:cNvSpPr>
          <p:nvPr>
            <p:ph type="title"/>
          </p:nvPr>
        </p:nvSpPr>
        <p:spPr>
          <a:xfrm flipH="1"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Lista de Cosas que hace y no hace </a:t>
            </a:r>
            <a:br>
              <a:rPr lang="en"/>
            </a:br>
            <a:r>
              <a:rPr lang="en">
                <a:solidFill>
                  <a:schemeClr val="lt1"/>
                </a:solidFill>
              </a:rPr>
              <a:t>AURA</a:t>
            </a:r>
            <a:endParaRPr>
              <a:solidFill>
                <a:schemeClr val="lt1"/>
              </a:solidFill>
            </a:endParaRPr>
          </a:p>
        </p:txBody>
      </p:sp>
      <p:graphicFrame>
        <p:nvGraphicFramePr>
          <p:cNvPr id="256" name="Google Shape;256;p7"/>
          <p:cNvGraphicFramePr/>
          <p:nvPr/>
        </p:nvGraphicFramePr>
        <p:xfrm>
          <a:off x="933512" y="11921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{0E5A64BC-DEC8-4598-B236-54A1455FF346}</a:tableStyleId>
              </a:tblPr>
              <a:tblGrid>
                <a:gridCol w="5208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3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3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74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endParaRPr sz="1300" u="none" strike="noStrike" cap="none">
                        <a:solidFill>
                          <a:srgbClr val="666666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2F4A8A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F4A8A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" sz="2000" u="none" strike="noStrike" cap="none">
                          <a:solidFill>
                            <a:schemeClr val="dk1"/>
                          </a:solidFill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Si</a:t>
                      </a:r>
                      <a:endParaRPr sz="2000" u="none" strike="noStrike" cap="none">
                        <a:solidFill>
                          <a:schemeClr val="dk1"/>
                        </a:solidFill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" sz="2000" u="none" strike="noStrike" cap="none">
                          <a:solidFill>
                            <a:schemeClr val="dk1"/>
                          </a:solidFill>
                          <a:latin typeface="Kulim Park"/>
                          <a:ea typeface="Kulim Park"/>
                          <a:cs typeface="Kulim Park"/>
                          <a:sym typeface="Kulim Park"/>
                        </a:rPr>
                        <a:t>No</a:t>
                      </a:r>
                      <a:endParaRPr sz="2000" u="none" strike="noStrike" cap="none">
                        <a:solidFill>
                          <a:schemeClr val="dk1"/>
                        </a:solidFill>
                        <a:latin typeface="Kulim Park"/>
                        <a:ea typeface="Kulim Park"/>
                        <a:cs typeface="Kulim Park"/>
                        <a:sym typeface="Kulim Park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i="0" u="none" strike="noStrike" cap="none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Entrega recordatorios y recomendaciones</a:t>
                      </a:r>
                      <a:endParaRPr sz="1400" b="0" i="0" u="none" strike="noStrike" cap="non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" sz="2000" u="none" strike="noStrike" cap="none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✔</a:t>
                      </a:r>
                      <a:endParaRPr sz="2000" u="none" strike="noStrike" cap="none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i="0" u="none" strike="noStrike" cap="none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Apoya el bienestar emocional con respuestas personalizadas</a:t>
                      </a:r>
                      <a:endParaRPr sz="1400" b="0" i="0" u="none" strike="noStrike" cap="non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" sz="2000" u="none" strike="noStrike" cap="none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✔</a:t>
                      </a:r>
                      <a:endParaRPr sz="2000" u="none" strike="noStrike" cap="none"/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i="0" u="none" strike="noStrike" cap="none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Mejora la organización personal y la productividad</a:t>
                      </a:r>
                      <a:endParaRPr sz="1400" b="0" i="0" u="none" strike="noStrike" cap="non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" sz="2000" u="none" strike="noStrike" cap="none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✔</a:t>
                      </a:r>
                      <a:endParaRPr sz="2000" u="none" strike="noStrike" cap="none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i="0" u="none" strike="noStrike" cap="none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No reemplaza ayuda profesional en salud mental</a:t>
                      </a:r>
                      <a:endParaRPr sz="1400" b="0" i="0" u="none" strike="noStrike" cap="non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2000" u="none" strike="noStrike" cap="none">
                        <a:solidFill>
                          <a:schemeClr val="dk2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      </a:t>
                      </a:r>
                      <a:r>
                        <a:rPr lang="en" sz="2000" u="none" strike="noStrike" cap="none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✔</a:t>
                      </a:r>
                      <a:endParaRPr sz="1400" u="none" strike="noStrike" cap="none"/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3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i="0" u="none" strike="noStrike" cap="none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No realiza diagnósticos médicos</a:t>
                      </a:r>
                      <a:endParaRPr sz="1400" b="0" i="0" u="none" strike="noStrike" cap="non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2000" u="none" strike="noStrike" cap="none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" sz="2000" u="none" strike="noStrike" cap="none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✔</a:t>
                      </a:r>
                      <a:endParaRPr sz="1400" u="none" strike="noStrike" cap="none"/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3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0" i="0" u="none" strike="noStrike" cap="none">
                          <a:solidFill>
                            <a:schemeClr val="dk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No almacena información sensible sin consentimiento</a:t>
                      </a:r>
                      <a:endParaRPr sz="1400" b="0" i="0" u="none" strike="noStrike" cap="none">
                        <a:solidFill>
                          <a:schemeClr val="dk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2000" u="none" strike="noStrike" cap="none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" sz="2000" u="none" strike="noStrike" cap="none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✔</a:t>
                      </a:r>
                      <a:endParaRPr sz="2000" u="none" strike="noStrike" cap="none"/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/>
          <p:cNvSpPr txBox="1">
            <a:spLocks noGrp="1"/>
          </p:cNvSpPr>
          <p:nvPr>
            <p:ph type="title"/>
          </p:nvPr>
        </p:nvSpPr>
        <p:spPr>
          <a:xfrm>
            <a:off x="1242888" y="1932225"/>
            <a:ext cx="1874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Lenguajes</a:t>
            </a:r>
            <a:endParaRPr/>
          </a:p>
        </p:txBody>
      </p:sp>
      <p:sp>
        <p:nvSpPr>
          <p:cNvPr id="262" name="Google Shape;262;p8"/>
          <p:cNvSpPr txBox="1">
            <a:spLocks noGrp="1"/>
          </p:cNvSpPr>
          <p:nvPr>
            <p:ph type="subTitle" idx="1"/>
          </p:nvPr>
        </p:nvSpPr>
        <p:spPr>
          <a:xfrm>
            <a:off x="1242930" y="2287900"/>
            <a:ext cx="18747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Python, JavaScript</a:t>
            </a:r>
            <a:endParaRPr/>
          </a:p>
        </p:txBody>
      </p:sp>
      <p:sp>
        <p:nvSpPr>
          <p:cNvPr id="263" name="Google Shape;263;p8"/>
          <p:cNvSpPr txBox="1">
            <a:spLocks noGrp="1"/>
          </p:cNvSpPr>
          <p:nvPr>
            <p:ph type="title" idx="2"/>
          </p:nvPr>
        </p:nvSpPr>
        <p:spPr>
          <a:xfrm>
            <a:off x="1242889" y="3588576"/>
            <a:ext cx="1874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APIs</a:t>
            </a:r>
            <a:endParaRPr/>
          </a:p>
        </p:txBody>
      </p:sp>
      <p:sp>
        <p:nvSpPr>
          <p:cNvPr id="264" name="Google Shape;264;p8"/>
          <p:cNvSpPr txBox="1">
            <a:spLocks noGrp="1"/>
          </p:cNvSpPr>
          <p:nvPr>
            <p:ph type="subTitle" idx="3"/>
          </p:nvPr>
        </p:nvSpPr>
        <p:spPr>
          <a:xfrm>
            <a:off x="1242909" y="3944251"/>
            <a:ext cx="18747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OpenAI</a:t>
            </a:r>
            <a:endParaRPr/>
          </a:p>
        </p:txBody>
      </p:sp>
      <p:sp>
        <p:nvSpPr>
          <p:cNvPr id="265" name="Google Shape;265;p8"/>
          <p:cNvSpPr txBox="1">
            <a:spLocks noGrp="1"/>
          </p:cNvSpPr>
          <p:nvPr>
            <p:ph type="subTitle" idx="5"/>
          </p:nvPr>
        </p:nvSpPr>
        <p:spPr>
          <a:xfrm>
            <a:off x="3973205" y="2287900"/>
            <a:ext cx="18747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Django, React</a:t>
            </a:r>
            <a:endParaRPr/>
          </a:p>
        </p:txBody>
      </p:sp>
      <p:sp>
        <p:nvSpPr>
          <p:cNvPr id="266" name="Google Shape;266;p8"/>
          <p:cNvSpPr txBox="1">
            <a:spLocks noGrp="1"/>
          </p:cNvSpPr>
          <p:nvPr>
            <p:ph type="title" idx="6"/>
          </p:nvPr>
        </p:nvSpPr>
        <p:spPr>
          <a:xfrm>
            <a:off x="3973164" y="3588576"/>
            <a:ext cx="1874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Entornos</a:t>
            </a:r>
            <a:endParaRPr/>
          </a:p>
        </p:txBody>
      </p:sp>
      <p:sp>
        <p:nvSpPr>
          <p:cNvPr id="267" name="Google Shape;267;p8"/>
          <p:cNvSpPr txBox="1">
            <a:spLocks noGrp="1"/>
          </p:cNvSpPr>
          <p:nvPr>
            <p:ph type="subTitle" idx="7"/>
          </p:nvPr>
        </p:nvSpPr>
        <p:spPr>
          <a:xfrm>
            <a:off x="3973184" y="3944251"/>
            <a:ext cx="18747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Visual Studio Code, GitHub</a:t>
            </a:r>
            <a:endParaRPr/>
          </a:p>
        </p:txBody>
      </p:sp>
      <p:sp>
        <p:nvSpPr>
          <p:cNvPr id="268" name="Google Shape;268;p8"/>
          <p:cNvSpPr txBox="1">
            <a:spLocks noGrp="1"/>
          </p:cNvSpPr>
          <p:nvPr>
            <p:ph type="title" idx="4"/>
          </p:nvPr>
        </p:nvSpPr>
        <p:spPr>
          <a:xfrm>
            <a:off x="3973163" y="1932225"/>
            <a:ext cx="1874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Frameworks</a:t>
            </a:r>
            <a:endParaRPr/>
          </a:p>
        </p:txBody>
      </p:sp>
      <p:sp>
        <p:nvSpPr>
          <p:cNvPr id="269" name="Google Shape;269;p8"/>
          <p:cNvSpPr txBox="1">
            <a:spLocks noGrp="1"/>
          </p:cNvSpPr>
          <p:nvPr>
            <p:ph type="title" idx="8"/>
          </p:nvPr>
        </p:nvSpPr>
        <p:spPr>
          <a:xfrm>
            <a:off x="6703489" y="1932225"/>
            <a:ext cx="1874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Base de Datos</a:t>
            </a:r>
            <a:endParaRPr/>
          </a:p>
        </p:txBody>
      </p:sp>
      <p:sp>
        <p:nvSpPr>
          <p:cNvPr id="270" name="Google Shape;270;p8"/>
          <p:cNvSpPr txBox="1">
            <a:spLocks noGrp="1"/>
          </p:cNvSpPr>
          <p:nvPr>
            <p:ph type="subTitle" idx="9"/>
          </p:nvPr>
        </p:nvSpPr>
        <p:spPr>
          <a:xfrm>
            <a:off x="6703530" y="2287900"/>
            <a:ext cx="18747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MySQL, SQLite</a:t>
            </a:r>
            <a:endParaRPr/>
          </a:p>
        </p:txBody>
      </p:sp>
      <p:sp>
        <p:nvSpPr>
          <p:cNvPr id="271" name="Google Shape;271;p8"/>
          <p:cNvSpPr txBox="1">
            <a:spLocks noGrp="1"/>
          </p:cNvSpPr>
          <p:nvPr>
            <p:ph type="title" idx="13"/>
          </p:nvPr>
        </p:nvSpPr>
        <p:spPr>
          <a:xfrm>
            <a:off x="6703489" y="3588576"/>
            <a:ext cx="1874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Metodología</a:t>
            </a:r>
            <a:endParaRPr/>
          </a:p>
        </p:txBody>
      </p:sp>
      <p:sp>
        <p:nvSpPr>
          <p:cNvPr id="272" name="Google Shape;272;p8"/>
          <p:cNvSpPr txBox="1">
            <a:spLocks noGrp="1"/>
          </p:cNvSpPr>
          <p:nvPr>
            <p:ph type="subTitle" idx="14"/>
          </p:nvPr>
        </p:nvSpPr>
        <p:spPr>
          <a:xfrm>
            <a:off x="6703509" y="3944251"/>
            <a:ext cx="18747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Gestión ágil y trabajo colaborativo</a:t>
            </a:r>
            <a:endParaRPr/>
          </a:p>
        </p:txBody>
      </p:sp>
      <p:sp>
        <p:nvSpPr>
          <p:cNvPr id="273" name="Google Shape;273;p8"/>
          <p:cNvSpPr txBox="1">
            <a:spLocks noGrp="1"/>
          </p:cNvSpPr>
          <p:nvPr>
            <p:ph type="title" idx="15"/>
          </p:nvPr>
        </p:nvSpPr>
        <p:spPr>
          <a:xfrm flipH="1"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Herramientas y Software</a:t>
            </a:r>
            <a:endParaRPr/>
          </a:p>
        </p:txBody>
      </p:sp>
      <p:grpSp>
        <p:nvGrpSpPr>
          <p:cNvPr id="274" name="Google Shape;274;p8"/>
          <p:cNvGrpSpPr/>
          <p:nvPr/>
        </p:nvGrpSpPr>
        <p:grpSpPr>
          <a:xfrm>
            <a:off x="695151" y="3726516"/>
            <a:ext cx="388917" cy="487499"/>
            <a:chOff x="-45270025" y="2701925"/>
            <a:chExt cx="247350" cy="300125"/>
          </a:xfrm>
        </p:grpSpPr>
        <p:sp>
          <p:nvSpPr>
            <p:cNvPr id="275" name="Google Shape;275;p8"/>
            <p:cNvSpPr/>
            <p:nvPr/>
          </p:nvSpPr>
          <p:spPr>
            <a:xfrm>
              <a:off x="-45128250" y="2843700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68" y="694"/>
                    <a:pt x="725" y="536"/>
                    <a:pt x="725" y="347"/>
                  </a:cubicBezTo>
                  <a:cubicBezTo>
                    <a:pt x="725" y="158"/>
                    <a:pt x="568" y="1"/>
                    <a:pt x="3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8"/>
            <p:cNvSpPr/>
            <p:nvPr/>
          </p:nvSpPr>
          <p:spPr>
            <a:xfrm>
              <a:off x="-45270025" y="2701925"/>
              <a:ext cx="247350" cy="300125"/>
            </a:xfrm>
            <a:custGeom>
              <a:avLst/>
              <a:gdLst/>
              <a:ahLst/>
              <a:cxnLst/>
              <a:rect l="l" t="t" r="r" b="b"/>
              <a:pathLst>
                <a:path w="9894" h="12005" extrusionOk="0">
                  <a:moveTo>
                    <a:pt x="7751" y="1261"/>
                  </a:moveTo>
                  <a:lnTo>
                    <a:pt x="8665" y="2143"/>
                  </a:lnTo>
                  <a:lnTo>
                    <a:pt x="7751" y="2143"/>
                  </a:lnTo>
                  <a:lnTo>
                    <a:pt x="7751" y="1261"/>
                  </a:lnTo>
                  <a:close/>
                  <a:moveTo>
                    <a:pt x="7090" y="4979"/>
                  </a:moveTo>
                  <a:lnTo>
                    <a:pt x="7090" y="9925"/>
                  </a:lnTo>
                  <a:lnTo>
                    <a:pt x="757" y="9925"/>
                  </a:lnTo>
                  <a:lnTo>
                    <a:pt x="757" y="4979"/>
                  </a:lnTo>
                  <a:close/>
                  <a:moveTo>
                    <a:pt x="7090" y="725"/>
                  </a:moveTo>
                  <a:lnTo>
                    <a:pt x="7090" y="2521"/>
                  </a:lnTo>
                  <a:cubicBezTo>
                    <a:pt x="7090" y="2710"/>
                    <a:pt x="7247" y="2868"/>
                    <a:pt x="7436" y="2868"/>
                  </a:cubicBezTo>
                  <a:lnTo>
                    <a:pt x="9232" y="2868"/>
                  </a:lnTo>
                  <a:lnTo>
                    <a:pt x="9232" y="11343"/>
                  </a:lnTo>
                  <a:lnTo>
                    <a:pt x="1450" y="11343"/>
                  </a:lnTo>
                  <a:lnTo>
                    <a:pt x="1450" y="10618"/>
                  </a:lnTo>
                  <a:lnTo>
                    <a:pt x="7436" y="10618"/>
                  </a:lnTo>
                  <a:cubicBezTo>
                    <a:pt x="7657" y="10618"/>
                    <a:pt x="7814" y="10460"/>
                    <a:pt x="7814" y="10271"/>
                  </a:cubicBezTo>
                  <a:lnTo>
                    <a:pt x="7814" y="4632"/>
                  </a:lnTo>
                  <a:cubicBezTo>
                    <a:pt x="7814" y="4443"/>
                    <a:pt x="7657" y="4285"/>
                    <a:pt x="7436" y="4285"/>
                  </a:cubicBezTo>
                  <a:lnTo>
                    <a:pt x="1450" y="4285"/>
                  </a:lnTo>
                  <a:lnTo>
                    <a:pt x="1450" y="725"/>
                  </a:lnTo>
                  <a:close/>
                  <a:moveTo>
                    <a:pt x="1072" y="1"/>
                  </a:moveTo>
                  <a:cubicBezTo>
                    <a:pt x="883" y="1"/>
                    <a:pt x="726" y="158"/>
                    <a:pt x="726" y="347"/>
                  </a:cubicBezTo>
                  <a:lnTo>
                    <a:pt x="726" y="4254"/>
                  </a:lnTo>
                  <a:lnTo>
                    <a:pt x="379" y="4254"/>
                  </a:lnTo>
                  <a:cubicBezTo>
                    <a:pt x="158" y="4254"/>
                    <a:pt x="1" y="4411"/>
                    <a:pt x="1" y="4601"/>
                  </a:cubicBezTo>
                  <a:lnTo>
                    <a:pt x="1" y="10240"/>
                  </a:lnTo>
                  <a:cubicBezTo>
                    <a:pt x="1" y="10429"/>
                    <a:pt x="158" y="10586"/>
                    <a:pt x="379" y="10586"/>
                  </a:cubicBezTo>
                  <a:lnTo>
                    <a:pt x="726" y="10586"/>
                  </a:lnTo>
                  <a:lnTo>
                    <a:pt x="726" y="11658"/>
                  </a:lnTo>
                  <a:cubicBezTo>
                    <a:pt x="726" y="11847"/>
                    <a:pt x="883" y="12004"/>
                    <a:pt x="1072" y="12004"/>
                  </a:cubicBezTo>
                  <a:lnTo>
                    <a:pt x="9484" y="12004"/>
                  </a:lnTo>
                  <a:cubicBezTo>
                    <a:pt x="9704" y="12004"/>
                    <a:pt x="9862" y="11847"/>
                    <a:pt x="9862" y="11658"/>
                  </a:cubicBezTo>
                  <a:lnTo>
                    <a:pt x="9893" y="2458"/>
                  </a:lnTo>
                  <a:cubicBezTo>
                    <a:pt x="9893" y="2395"/>
                    <a:pt x="9862" y="2269"/>
                    <a:pt x="9767" y="2238"/>
                  </a:cubicBezTo>
                  <a:lnTo>
                    <a:pt x="7657" y="95"/>
                  </a:lnTo>
                  <a:cubicBezTo>
                    <a:pt x="7562" y="32"/>
                    <a:pt x="7499" y="1"/>
                    <a:pt x="740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8"/>
            <p:cNvSpPr/>
            <p:nvPr/>
          </p:nvSpPr>
          <p:spPr>
            <a:xfrm>
              <a:off x="-45235350" y="2844500"/>
              <a:ext cx="89800" cy="87450"/>
            </a:xfrm>
            <a:custGeom>
              <a:avLst/>
              <a:gdLst/>
              <a:ahLst/>
              <a:cxnLst/>
              <a:rect l="l" t="t" r="r" b="b"/>
              <a:pathLst>
                <a:path w="3592" h="3498" extrusionOk="0">
                  <a:moveTo>
                    <a:pt x="1796" y="1103"/>
                  </a:moveTo>
                  <a:lnTo>
                    <a:pt x="2268" y="2079"/>
                  </a:lnTo>
                  <a:lnTo>
                    <a:pt x="1292" y="2079"/>
                  </a:lnTo>
                  <a:lnTo>
                    <a:pt x="1796" y="1103"/>
                  </a:lnTo>
                  <a:close/>
                  <a:moveTo>
                    <a:pt x="1764" y="0"/>
                  </a:moveTo>
                  <a:cubicBezTo>
                    <a:pt x="1638" y="0"/>
                    <a:pt x="1544" y="63"/>
                    <a:pt x="1449" y="189"/>
                  </a:cubicBezTo>
                  <a:lnTo>
                    <a:pt x="32" y="2993"/>
                  </a:lnTo>
                  <a:cubicBezTo>
                    <a:pt x="0" y="3151"/>
                    <a:pt x="63" y="3340"/>
                    <a:pt x="284" y="3466"/>
                  </a:cubicBezTo>
                  <a:cubicBezTo>
                    <a:pt x="324" y="3482"/>
                    <a:pt x="369" y="3490"/>
                    <a:pt x="415" y="3490"/>
                  </a:cubicBezTo>
                  <a:cubicBezTo>
                    <a:pt x="547" y="3490"/>
                    <a:pt x="686" y="3425"/>
                    <a:pt x="756" y="3308"/>
                  </a:cubicBezTo>
                  <a:lnTo>
                    <a:pt x="977" y="2804"/>
                  </a:lnTo>
                  <a:lnTo>
                    <a:pt x="2647" y="2804"/>
                  </a:lnTo>
                  <a:lnTo>
                    <a:pt x="2867" y="3308"/>
                  </a:lnTo>
                  <a:cubicBezTo>
                    <a:pt x="2962" y="3434"/>
                    <a:pt x="3056" y="3497"/>
                    <a:pt x="3182" y="3497"/>
                  </a:cubicBezTo>
                  <a:cubicBezTo>
                    <a:pt x="3245" y="3497"/>
                    <a:pt x="3308" y="3497"/>
                    <a:pt x="3340" y="3466"/>
                  </a:cubicBezTo>
                  <a:cubicBezTo>
                    <a:pt x="3497" y="3371"/>
                    <a:pt x="3592" y="3151"/>
                    <a:pt x="3497" y="2993"/>
                  </a:cubicBezTo>
                  <a:lnTo>
                    <a:pt x="2079" y="189"/>
                  </a:lnTo>
                  <a:cubicBezTo>
                    <a:pt x="2016" y="63"/>
                    <a:pt x="1890" y="0"/>
                    <a:pt x="176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8"/>
            <p:cNvSpPr/>
            <p:nvPr/>
          </p:nvSpPr>
          <p:spPr>
            <a:xfrm>
              <a:off x="-45128250" y="2879150"/>
              <a:ext cx="18150" cy="52800"/>
            </a:xfrm>
            <a:custGeom>
              <a:avLst/>
              <a:gdLst/>
              <a:ahLst/>
              <a:cxnLst/>
              <a:rect l="l" t="t" r="r" b="b"/>
              <a:pathLst>
                <a:path w="726" h="2112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1765"/>
                  </a:lnTo>
                  <a:cubicBezTo>
                    <a:pt x="1" y="1954"/>
                    <a:pt x="158" y="2111"/>
                    <a:pt x="347" y="2111"/>
                  </a:cubicBezTo>
                  <a:cubicBezTo>
                    <a:pt x="568" y="2111"/>
                    <a:pt x="725" y="1954"/>
                    <a:pt x="725" y="1765"/>
                  </a:cubicBezTo>
                  <a:lnTo>
                    <a:pt x="725" y="347"/>
                  </a:lnTo>
                  <a:cubicBezTo>
                    <a:pt x="725" y="158"/>
                    <a:pt x="568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9" name="Google Shape;279;p8"/>
          <p:cNvSpPr/>
          <p:nvPr/>
        </p:nvSpPr>
        <p:spPr>
          <a:xfrm>
            <a:off x="3377787" y="3797674"/>
            <a:ext cx="436581" cy="465925"/>
          </a:xfrm>
          <a:custGeom>
            <a:avLst/>
            <a:gdLst/>
            <a:ahLst/>
            <a:cxnLst/>
            <a:rect l="l" t="t" r="r" b="b"/>
            <a:pathLst>
              <a:path w="12004" h="12036" extrusionOk="0">
                <a:moveTo>
                  <a:pt x="10933" y="4947"/>
                </a:moveTo>
                <a:cubicBezTo>
                  <a:pt x="11122" y="4947"/>
                  <a:pt x="11279" y="5104"/>
                  <a:pt x="11279" y="5293"/>
                </a:cubicBezTo>
                <a:lnTo>
                  <a:pt x="11279" y="5671"/>
                </a:lnTo>
                <a:lnTo>
                  <a:pt x="7782" y="5671"/>
                </a:lnTo>
                <a:lnTo>
                  <a:pt x="7782" y="5293"/>
                </a:lnTo>
                <a:cubicBezTo>
                  <a:pt x="7782" y="5104"/>
                  <a:pt x="7940" y="4947"/>
                  <a:pt x="8129" y="4947"/>
                </a:cubicBezTo>
                <a:close/>
                <a:moveTo>
                  <a:pt x="9547" y="694"/>
                </a:moveTo>
                <a:cubicBezTo>
                  <a:pt x="9736" y="694"/>
                  <a:pt x="9893" y="851"/>
                  <a:pt x="9893" y="1040"/>
                </a:cubicBezTo>
                <a:lnTo>
                  <a:pt x="9893" y="4254"/>
                </a:lnTo>
                <a:lnTo>
                  <a:pt x="8129" y="4254"/>
                </a:lnTo>
                <a:cubicBezTo>
                  <a:pt x="7530" y="4254"/>
                  <a:pt x="7058" y="4726"/>
                  <a:pt x="7058" y="5293"/>
                </a:cubicBezTo>
                <a:lnTo>
                  <a:pt x="7058" y="6365"/>
                </a:lnTo>
                <a:lnTo>
                  <a:pt x="694" y="6365"/>
                </a:lnTo>
                <a:lnTo>
                  <a:pt x="694" y="1040"/>
                </a:lnTo>
                <a:cubicBezTo>
                  <a:pt x="725" y="851"/>
                  <a:pt x="883" y="694"/>
                  <a:pt x="1072" y="694"/>
                </a:cubicBezTo>
                <a:close/>
                <a:moveTo>
                  <a:pt x="7121" y="7026"/>
                </a:moveTo>
                <a:lnTo>
                  <a:pt x="7121" y="7751"/>
                </a:lnTo>
                <a:lnTo>
                  <a:pt x="1072" y="7751"/>
                </a:lnTo>
                <a:cubicBezTo>
                  <a:pt x="883" y="7751"/>
                  <a:pt x="725" y="7593"/>
                  <a:pt x="725" y="7404"/>
                </a:cubicBezTo>
                <a:lnTo>
                  <a:pt x="725" y="7026"/>
                </a:lnTo>
                <a:close/>
                <a:moveTo>
                  <a:pt x="5703" y="8444"/>
                </a:moveTo>
                <a:lnTo>
                  <a:pt x="5703" y="9168"/>
                </a:lnTo>
                <a:lnTo>
                  <a:pt x="4947" y="9168"/>
                </a:lnTo>
                <a:lnTo>
                  <a:pt x="4947" y="8444"/>
                </a:lnTo>
                <a:close/>
                <a:moveTo>
                  <a:pt x="7089" y="8444"/>
                </a:moveTo>
                <a:lnTo>
                  <a:pt x="7089" y="9168"/>
                </a:lnTo>
                <a:lnTo>
                  <a:pt x="6365" y="9168"/>
                </a:lnTo>
                <a:lnTo>
                  <a:pt x="6365" y="8444"/>
                </a:lnTo>
                <a:close/>
                <a:moveTo>
                  <a:pt x="11279" y="6333"/>
                </a:moveTo>
                <a:lnTo>
                  <a:pt x="11279" y="9830"/>
                </a:lnTo>
                <a:lnTo>
                  <a:pt x="7782" y="9830"/>
                </a:lnTo>
                <a:lnTo>
                  <a:pt x="7782" y="6333"/>
                </a:lnTo>
                <a:close/>
                <a:moveTo>
                  <a:pt x="11279" y="10523"/>
                </a:moveTo>
                <a:lnTo>
                  <a:pt x="11279" y="10901"/>
                </a:lnTo>
                <a:cubicBezTo>
                  <a:pt x="11279" y="11090"/>
                  <a:pt x="11122" y="11248"/>
                  <a:pt x="10933" y="11248"/>
                </a:cubicBezTo>
                <a:lnTo>
                  <a:pt x="8129" y="11248"/>
                </a:lnTo>
                <a:cubicBezTo>
                  <a:pt x="7940" y="11248"/>
                  <a:pt x="7782" y="11090"/>
                  <a:pt x="7782" y="10901"/>
                </a:cubicBezTo>
                <a:lnTo>
                  <a:pt x="7782" y="10523"/>
                </a:lnTo>
                <a:close/>
                <a:moveTo>
                  <a:pt x="1040" y="1"/>
                </a:moveTo>
                <a:cubicBezTo>
                  <a:pt x="442" y="1"/>
                  <a:pt x="1" y="473"/>
                  <a:pt x="1" y="1040"/>
                </a:cubicBezTo>
                <a:lnTo>
                  <a:pt x="1" y="7436"/>
                </a:lnTo>
                <a:cubicBezTo>
                  <a:pt x="1" y="8034"/>
                  <a:pt x="442" y="8507"/>
                  <a:pt x="1040" y="8507"/>
                </a:cubicBezTo>
                <a:lnTo>
                  <a:pt x="4191" y="8507"/>
                </a:lnTo>
                <a:lnTo>
                  <a:pt x="4191" y="9200"/>
                </a:lnTo>
                <a:lnTo>
                  <a:pt x="3151" y="9200"/>
                </a:lnTo>
                <a:cubicBezTo>
                  <a:pt x="2931" y="9200"/>
                  <a:pt x="2773" y="9357"/>
                  <a:pt x="2773" y="9546"/>
                </a:cubicBezTo>
                <a:cubicBezTo>
                  <a:pt x="2773" y="9767"/>
                  <a:pt x="2931" y="9925"/>
                  <a:pt x="3151" y="9925"/>
                </a:cubicBezTo>
                <a:lnTo>
                  <a:pt x="7026" y="9925"/>
                </a:lnTo>
                <a:lnTo>
                  <a:pt x="7026" y="10964"/>
                </a:lnTo>
                <a:cubicBezTo>
                  <a:pt x="7026" y="11563"/>
                  <a:pt x="7499" y="12035"/>
                  <a:pt x="8097" y="12035"/>
                </a:cubicBezTo>
                <a:lnTo>
                  <a:pt x="10901" y="12035"/>
                </a:lnTo>
                <a:cubicBezTo>
                  <a:pt x="11468" y="12035"/>
                  <a:pt x="11941" y="11563"/>
                  <a:pt x="11941" y="10964"/>
                </a:cubicBezTo>
                <a:lnTo>
                  <a:pt x="11941" y="5356"/>
                </a:lnTo>
                <a:cubicBezTo>
                  <a:pt x="12004" y="4726"/>
                  <a:pt x="11531" y="4254"/>
                  <a:pt x="10933" y="4254"/>
                </a:cubicBezTo>
                <a:lnTo>
                  <a:pt x="10586" y="4254"/>
                </a:lnTo>
                <a:lnTo>
                  <a:pt x="10586" y="1040"/>
                </a:lnTo>
                <a:cubicBezTo>
                  <a:pt x="10586" y="473"/>
                  <a:pt x="10114" y="1"/>
                  <a:pt x="9515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0" name="Google Shape;280;p8"/>
          <p:cNvGrpSpPr/>
          <p:nvPr/>
        </p:nvGrpSpPr>
        <p:grpSpPr>
          <a:xfrm>
            <a:off x="6131112" y="3754808"/>
            <a:ext cx="496127" cy="548635"/>
            <a:chOff x="2821450" y="2957850"/>
            <a:chExt cx="259275" cy="258550"/>
          </a:xfrm>
        </p:grpSpPr>
        <p:sp>
          <p:nvSpPr>
            <p:cNvPr id="281" name="Google Shape;281;p8"/>
            <p:cNvSpPr/>
            <p:nvPr/>
          </p:nvSpPr>
          <p:spPr>
            <a:xfrm>
              <a:off x="2821450" y="3080500"/>
              <a:ext cx="259275" cy="135900"/>
            </a:xfrm>
            <a:custGeom>
              <a:avLst/>
              <a:gdLst/>
              <a:ahLst/>
              <a:cxnLst/>
              <a:rect l="l" t="t" r="r" b="b"/>
              <a:pathLst>
                <a:path w="10371" h="5436" extrusionOk="0">
                  <a:moveTo>
                    <a:pt x="2677" y="585"/>
                  </a:moveTo>
                  <a:cubicBezTo>
                    <a:pt x="3151" y="585"/>
                    <a:pt x="3569" y="1004"/>
                    <a:pt x="3569" y="1505"/>
                  </a:cubicBezTo>
                  <a:cubicBezTo>
                    <a:pt x="3569" y="1979"/>
                    <a:pt x="3151" y="2397"/>
                    <a:pt x="2677" y="2397"/>
                  </a:cubicBezTo>
                  <a:cubicBezTo>
                    <a:pt x="2147" y="2397"/>
                    <a:pt x="1757" y="1979"/>
                    <a:pt x="1757" y="1505"/>
                  </a:cubicBezTo>
                  <a:cubicBezTo>
                    <a:pt x="1757" y="1004"/>
                    <a:pt x="2175" y="585"/>
                    <a:pt x="2677" y="585"/>
                  </a:cubicBezTo>
                  <a:close/>
                  <a:moveTo>
                    <a:pt x="7555" y="585"/>
                  </a:moveTo>
                  <a:cubicBezTo>
                    <a:pt x="8029" y="585"/>
                    <a:pt x="8447" y="1004"/>
                    <a:pt x="8447" y="1505"/>
                  </a:cubicBezTo>
                  <a:cubicBezTo>
                    <a:pt x="8447" y="1979"/>
                    <a:pt x="8029" y="2397"/>
                    <a:pt x="7555" y="2397"/>
                  </a:cubicBezTo>
                  <a:cubicBezTo>
                    <a:pt x="7025" y="2397"/>
                    <a:pt x="6635" y="1979"/>
                    <a:pt x="6635" y="1505"/>
                  </a:cubicBezTo>
                  <a:cubicBezTo>
                    <a:pt x="6635" y="1004"/>
                    <a:pt x="7053" y="585"/>
                    <a:pt x="7555" y="585"/>
                  </a:cubicBezTo>
                  <a:close/>
                  <a:moveTo>
                    <a:pt x="2677" y="2983"/>
                  </a:moveTo>
                  <a:cubicBezTo>
                    <a:pt x="3736" y="2983"/>
                    <a:pt x="4628" y="3791"/>
                    <a:pt x="4795" y="4795"/>
                  </a:cubicBezTo>
                  <a:lnTo>
                    <a:pt x="586" y="4795"/>
                  </a:lnTo>
                  <a:cubicBezTo>
                    <a:pt x="698" y="3791"/>
                    <a:pt x="1618" y="2983"/>
                    <a:pt x="2677" y="2983"/>
                  </a:cubicBezTo>
                  <a:close/>
                  <a:moveTo>
                    <a:pt x="7555" y="2983"/>
                  </a:moveTo>
                  <a:cubicBezTo>
                    <a:pt x="8614" y="2983"/>
                    <a:pt x="9506" y="3791"/>
                    <a:pt x="9646" y="4795"/>
                  </a:cubicBezTo>
                  <a:lnTo>
                    <a:pt x="5409" y="4795"/>
                  </a:lnTo>
                  <a:cubicBezTo>
                    <a:pt x="5548" y="3791"/>
                    <a:pt x="6468" y="2983"/>
                    <a:pt x="7555" y="2983"/>
                  </a:cubicBezTo>
                  <a:close/>
                  <a:moveTo>
                    <a:pt x="2733" y="0"/>
                  </a:moveTo>
                  <a:cubicBezTo>
                    <a:pt x="1896" y="0"/>
                    <a:pt x="1227" y="669"/>
                    <a:pt x="1227" y="1505"/>
                  </a:cubicBezTo>
                  <a:cubicBezTo>
                    <a:pt x="1227" y="1951"/>
                    <a:pt x="1395" y="2342"/>
                    <a:pt x="1729" y="2620"/>
                  </a:cubicBezTo>
                  <a:cubicBezTo>
                    <a:pt x="698" y="3039"/>
                    <a:pt x="1" y="4014"/>
                    <a:pt x="1" y="5129"/>
                  </a:cubicBezTo>
                  <a:cubicBezTo>
                    <a:pt x="1" y="5296"/>
                    <a:pt x="140" y="5436"/>
                    <a:pt x="335" y="5436"/>
                  </a:cubicBezTo>
                  <a:lnTo>
                    <a:pt x="10036" y="5436"/>
                  </a:lnTo>
                  <a:cubicBezTo>
                    <a:pt x="10231" y="5436"/>
                    <a:pt x="10370" y="5296"/>
                    <a:pt x="10370" y="5129"/>
                  </a:cubicBezTo>
                  <a:cubicBezTo>
                    <a:pt x="10259" y="3958"/>
                    <a:pt x="9562" y="2983"/>
                    <a:pt x="8559" y="2620"/>
                  </a:cubicBezTo>
                  <a:cubicBezTo>
                    <a:pt x="8865" y="2342"/>
                    <a:pt x="9032" y="1951"/>
                    <a:pt x="9032" y="1505"/>
                  </a:cubicBezTo>
                  <a:cubicBezTo>
                    <a:pt x="9032" y="669"/>
                    <a:pt x="8391" y="0"/>
                    <a:pt x="7555" y="0"/>
                  </a:cubicBezTo>
                  <a:cubicBezTo>
                    <a:pt x="6719" y="0"/>
                    <a:pt x="6050" y="669"/>
                    <a:pt x="6050" y="1505"/>
                  </a:cubicBezTo>
                  <a:cubicBezTo>
                    <a:pt x="6050" y="1951"/>
                    <a:pt x="6217" y="2342"/>
                    <a:pt x="6524" y="2620"/>
                  </a:cubicBezTo>
                  <a:cubicBezTo>
                    <a:pt x="5910" y="2843"/>
                    <a:pt x="5409" y="3317"/>
                    <a:pt x="5130" y="3903"/>
                  </a:cubicBezTo>
                  <a:cubicBezTo>
                    <a:pt x="4823" y="3317"/>
                    <a:pt x="4322" y="2843"/>
                    <a:pt x="3736" y="2620"/>
                  </a:cubicBezTo>
                  <a:cubicBezTo>
                    <a:pt x="4043" y="2342"/>
                    <a:pt x="4238" y="1951"/>
                    <a:pt x="4238" y="1505"/>
                  </a:cubicBezTo>
                  <a:cubicBezTo>
                    <a:pt x="4238" y="669"/>
                    <a:pt x="3569" y="0"/>
                    <a:pt x="273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8"/>
            <p:cNvSpPr/>
            <p:nvPr/>
          </p:nvSpPr>
          <p:spPr>
            <a:xfrm>
              <a:off x="2831900" y="2957850"/>
              <a:ext cx="228625" cy="106350"/>
            </a:xfrm>
            <a:custGeom>
              <a:avLst/>
              <a:gdLst/>
              <a:ahLst/>
              <a:cxnLst/>
              <a:rect l="l" t="t" r="r" b="b"/>
              <a:pathLst>
                <a:path w="9145" h="4254" extrusionOk="0">
                  <a:moveTo>
                    <a:pt x="8336" y="585"/>
                  </a:moveTo>
                  <a:cubicBezTo>
                    <a:pt x="8531" y="585"/>
                    <a:pt x="8642" y="725"/>
                    <a:pt x="8642" y="892"/>
                  </a:cubicBezTo>
                  <a:lnTo>
                    <a:pt x="8642" y="2119"/>
                  </a:lnTo>
                  <a:cubicBezTo>
                    <a:pt x="8642" y="2286"/>
                    <a:pt x="8531" y="2425"/>
                    <a:pt x="8336" y="2425"/>
                  </a:cubicBezTo>
                  <a:lnTo>
                    <a:pt x="7137" y="2425"/>
                  </a:lnTo>
                  <a:cubicBezTo>
                    <a:pt x="6942" y="2425"/>
                    <a:pt x="6803" y="2565"/>
                    <a:pt x="6803" y="2732"/>
                  </a:cubicBezTo>
                  <a:lnTo>
                    <a:pt x="6803" y="3234"/>
                  </a:lnTo>
                  <a:lnTo>
                    <a:pt x="6106" y="2537"/>
                  </a:lnTo>
                  <a:cubicBezTo>
                    <a:pt x="6050" y="2453"/>
                    <a:pt x="5966" y="2425"/>
                    <a:pt x="5911" y="2425"/>
                  </a:cubicBezTo>
                  <a:lnTo>
                    <a:pt x="3430" y="2425"/>
                  </a:lnTo>
                  <a:cubicBezTo>
                    <a:pt x="3346" y="2425"/>
                    <a:pt x="3262" y="2453"/>
                    <a:pt x="3207" y="2537"/>
                  </a:cubicBezTo>
                  <a:lnTo>
                    <a:pt x="2510" y="3234"/>
                  </a:lnTo>
                  <a:lnTo>
                    <a:pt x="2510" y="2732"/>
                  </a:lnTo>
                  <a:cubicBezTo>
                    <a:pt x="2510" y="2565"/>
                    <a:pt x="2370" y="2425"/>
                    <a:pt x="2203" y="2425"/>
                  </a:cubicBezTo>
                  <a:lnTo>
                    <a:pt x="1032" y="2425"/>
                  </a:lnTo>
                  <a:cubicBezTo>
                    <a:pt x="865" y="2425"/>
                    <a:pt x="726" y="2286"/>
                    <a:pt x="726" y="2119"/>
                  </a:cubicBezTo>
                  <a:lnTo>
                    <a:pt x="726" y="892"/>
                  </a:lnTo>
                  <a:cubicBezTo>
                    <a:pt x="726" y="725"/>
                    <a:pt x="865" y="585"/>
                    <a:pt x="1032" y="585"/>
                  </a:cubicBezTo>
                  <a:close/>
                  <a:moveTo>
                    <a:pt x="921" y="0"/>
                  </a:moveTo>
                  <a:cubicBezTo>
                    <a:pt x="447" y="0"/>
                    <a:pt x="1" y="418"/>
                    <a:pt x="1" y="892"/>
                  </a:cubicBezTo>
                  <a:lnTo>
                    <a:pt x="1" y="2119"/>
                  </a:lnTo>
                  <a:cubicBezTo>
                    <a:pt x="1" y="2592"/>
                    <a:pt x="419" y="3011"/>
                    <a:pt x="921" y="3011"/>
                  </a:cubicBezTo>
                  <a:lnTo>
                    <a:pt x="1841" y="3011"/>
                  </a:lnTo>
                  <a:lnTo>
                    <a:pt x="1841" y="3958"/>
                  </a:lnTo>
                  <a:cubicBezTo>
                    <a:pt x="1924" y="4098"/>
                    <a:pt x="2008" y="4209"/>
                    <a:pt x="2120" y="4237"/>
                  </a:cubicBezTo>
                  <a:cubicBezTo>
                    <a:pt x="2150" y="4247"/>
                    <a:pt x="2188" y="4254"/>
                    <a:pt x="2228" y="4254"/>
                  </a:cubicBezTo>
                  <a:cubicBezTo>
                    <a:pt x="2298" y="4254"/>
                    <a:pt x="2373" y="4234"/>
                    <a:pt x="2426" y="4181"/>
                  </a:cubicBezTo>
                  <a:lnTo>
                    <a:pt x="3541" y="3011"/>
                  </a:lnTo>
                  <a:lnTo>
                    <a:pt x="5743" y="3011"/>
                  </a:lnTo>
                  <a:lnTo>
                    <a:pt x="6830" y="4181"/>
                  </a:lnTo>
                  <a:cubicBezTo>
                    <a:pt x="6883" y="4234"/>
                    <a:pt x="6959" y="4254"/>
                    <a:pt x="7035" y="4254"/>
                  </a:cubicBezTo>
                  <a:cubicBezTo>
                    <a:pt x="7080" y="4254"/>
                    <a:pt x="7124" y="4247"/>
                    <a:pt x="7165" y="4237"/>
                  </a:cubicBezTo>
                  <a:cubicBezTo>
                    <a:pt x="7249" y="4209"/>
                    <a:pt x="7332" y="4070"/>
                    <a:pt x="7332" y="3958"/>
                  </a:cubicBezTo>
                  <a:lnTo>
                    <a:pt x="7332" y="3011"/>
                  </a:lnTo>
                  <a:lnTo>
                    <a:pt x="8224" y="3011"/>
                  </a:lnTo>
                  <a:cubicBezTo>
                    <a:pt x="8726" y="3011"/>
                    <a:pt x="9144" y="2592"/>
                    <a:pt x="9144" y="2119"/>
                  </a:cubicBezTo>
                  <a:lnTo>
                    <a:pt x="9144" y="892"/>
                  </a:lnTo>
                  <a:cubicBezTo>
                    <a:pt x="9144" y="418"/>
                    <a:pt x="8726" y="0"/>
                    <a:pt x="822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8"/>
            <p:cNvSpPr/>
            <p:nvPr/>
          </p:nvSpPr>
          <p:spPr>
            <a:xfrm>
              <a:off x="3024600" y="2966925"/>
              <a:ext cx="29875" cy="58497"/>
            </a:xfrm>
            <a:custGeom>
              <a:avLst/>
              <a:gdLst/>
              <a:ahLst/>
              <a:cxnLst/>
              <a:rect l="l" t="t" r="r" b="b"/>
              <a:pathLst>
                <a:path w="1195" h="2376" extrusionOk="0">
                  <a:moveTo>
                    <a:pt x="159" y="2269"/>
                  </a:moveTo>
                  <a:cubicBezTo>
                    <a:pt x="131" y="2225"/>
                    <a:pt x="349" y="2178"/>
                    <a:pt x="444" y="2102"/>
                  </a:cubicBezTo>
                  <a:cubicBezTo>
                    <a:pt x="539" y="2027"/>
                    <a:pt x="682" y="2090"/>
                    <a:pt x="730" y="1816"/>
                  </a:cubicBezTo>
                  <a:cubicBezTo>
                    <a:pt x="778" y="1542"/>
                    <a:pt x="774" y="725"/>
                    <a:pt x="730" y="459"/>
                  </a:cubicBezTo>
                  <a:cubicBezTo>
                    <a:pt x="686" y="193"/>
                    <a:pt x="587" y="273"/>
                    <a:pt x="468" y="221"/>
                  </a:cubicBezTo>
                  <a:cubicBezTo>
                    <a:pt x="349" y="169"/>
                    <a:pt x="-16" y="185"/>
                    <a:pt x="16" y="149"/>
                  </a:cubicBezTo>
                  <a:cubicBezTo>
                    <a:pt x="48" y="113"/>
                    <a:pt x="473" y="-21"/>
                    <a:pt x="659" y="7"/>
                  </a:cubicBezTo>
                  <a:cubicBezTo>
                    <a:pt x="846" y="35"/>
                    <a:pt x="1048" y="54"/>
                    <a:pt x="1135" y="316"/>
                  </a:cubicBezTo>
                  <a:cubicBezTo>
                    <a:pt x="1222" y="578"/>
                    <a:pt x="1183" y="1276"/>
                    <a:pt x="1183" y="1578"/>
                  </a:cubicBezTo>
                  <a:cubicBezTo>
                    <a:pt x="1183" y="1880"/>
                    <a:pt x="1230" y="1995"/>
                    <a:pt x="1135" y="2126"/>
                  </a:cubicBezTo>
                  <a:cubicBezTo>
                    <a:pt x="1040" y="2257"/>
                    <a:pt x="774" y="2340"/>
                    <a:pt x="611" y="2364"/>
                  </a:cubicBezTo>
                  <a:cubicBezTo>
                    <a:pt x="448" y="2388"/>
                    <a:pt x="187" y="2313"/>
                    <a:pt x="159" y="2269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4" name="Google Shape;284;p8"/>
          <p:cNvGrpSpPr/>
          <p:nvPr/>
        </p:nvGrpSpPr>
        <p:grpSpPr>
          <a:xfrm>
            <a:off x="637539" y="2014483"/>
            <a:ext cx="561059" cy="540850"/>
            <a:chOff x="-31165250" y="2298675"/>
            <a:chExt cx="292225" cy="291900"/>
          </a:xfrm>
        </p:grpSpPr>
        <p:sp>
          <p:nvSpPr>
            <p:cNvPr id="285" name="Google Shape;285;p8"/>
            <p:cNvSpPr/>
            <p:nvPr/>
          </p:nvSpPr>
          <p:spPr>
            <a:xfrm>
              <a:off x="-31003000" y="2332550"/>
              <a:ext cx="86675" cy="103400"/>
            </a:xfrm>
            <a:custGeom>
              <a:avLst/>
              <a:gdLst/>
              <a:ahLst/>
              <a:cxnLst/>
              <a:rect l="l" t="t" r="r" b="b"/>
              <a:pathLst>
                <a:path w="3467" h="4136" extrusionOk="0">
                  <a:moveTo>
                    <a:pt x="2049" y="1386"/>
                  </a:moveTo>
                  <a:cubicBezTo>
                    <a:pt x="2017" y="1764"/>
                    <a:pt x="1923" y="2111"/>
                    <a:pt x="1734" y="2426"/>
                  </a:cubicBezTo>
                  <a:cubicBezTo>
                    <a:pt x="1576" y="2111"/>
                    <a:pt x="1450" y="1764"/>
                    <a:pt x="1418" y="1386"/>
                  </a:cubicBezTo>
                  <a:close/>
                  <a:moveTo>
                    <a:pt x="1734" y="0"/>
                  </a:moveTo>
                  <a:cubicBezTo>
                    <a:pt x="1545" y="0"/>
                    <a:pt x="1387" y="158"/>
                    <a:pt x="1387" y="347"/>
                  </a:cubicBezTo>
                  <a:lnTo>
                    <a:pt x="1387" y="693"/>
                  </a:lnTo>
                  <a:lnTo>
                    <a:pt x="347" y="693"/>
                  </a:lnTo>
                  <a:cubicBezTo>
                    <a:pt x="158" y="693"/>
                    <a:pt x="1" y="851"/>
                    <a:pt x="1" y="1071"/>
                  </a:cubicBezTo>
                  <a:cubicBezTo>
                    <a:pt x="1" y="1260"/>
                    <a:pt x="158" y="1418"/>
                    <a:pt x="347" y="1418"/>
                  </a:cubicBezTo>
                  <a:lnTo>
                    <a:pt x="694" y="1418"/>
                  </a:lnTo>
                  <a:cubicBezTo>
                    <a:pt x="757" y="2016"/>
                    <a:pt x="946" y="2552"/>
                    <a:pt x="1292" y="3056"/>
                  </a:cubicBezTo>
                  <a:lnTo>
                    <a:pt x="788" y="3592"/>
                  </a:lnTo>
                  <a:cubicBezTo>
                    <a:pt x="662" y="3686"/>
                    <a:pt x="662" y="3938"/>
                    <a:pt x="788" y="4064"/>
                  </a:cubicBezTo>
                  <a:cubicBezTo>
                    <a:pt x="851" y="4111"/>
                    <a:pt x="938" y="4135"/>
                    <a:pt x="1025" y="4135"/>
                  </a:cubicBezTo>
                  <a:cubicBezTo>
                    <a:pt x="1111" y="4135"/>
                    <a:pt x="1198" y="4111"/>
                    <a:pt x="1261" y="4064"/>
                  </a:cubicBezTo>
                  <a:lnTo>
                    <a:pt x="1702" y="3623"/>
                  </a:lnTo>
                  <a:lnTo>
                    <a:pt x="2112" y="4064"/>
                  </a:lnTo>
                  <a:cubicBezTo>
                    <a:pt x="2175" y="4111"/>
                    <a:pt x="2269" y="4135"/>
                    <a:pt x="2360" y="4135"/>
                  </a:cubicBezTo>
                  <a:cubicBezTo>
                    <a:pt x="2450" y="4135"/>
                    <a:pt x="2537" y="4111"/>
                    <a:pt x="2584" y="4064"/>
                  </a:cubicBezTo>
                  <a:cubicBezTo>
                    <a:pt x="2710" y="3938"/>
                    <a:pt x="2710" y="3686"/>
                    <a:pt x="2584" y="3592"/>
                  </a:cubicBezTo>
                  <a:lnTo>
                    <a:pt x="2080" y="3056"/>
                  </a:lnTo>
                  <a:cubicBezTo>
                    <a:pt x="2395" y="2552"/>
                    <a:pt x="2584" y="2016"/>
                    <a:pt x="2679" y="1418"/>
                  </a:cubicBezTo>
                  <a:lnTo>
                    <a:pt x="3025" y="1418"/>
                  </a:lnTo>
                  <a:cubicBezTo>
                    <a:pt x="3214" y="1418"/>
                    <a:pt x="3372" y="1260"/>
                    <a:pt x="3372" y="1071"/>
                  </a:cubicBezTo>
                  <a:cubicBezTo>
                    <a:pt x="3466" y="851"/>
                    <a:pt x="3309" y="693"/>
                    <a:pt x="3120" y="693"/>
                  </a:cubicBezTo>
                  <a:lnTo>
                    <a:pt x="2080" y="693"/>
                  </a:lnTo>
                  <a:lnTo>
                    <a:pt x="2080" y="347"/>
                  </a:lnTo>
                  <a:cubicBezTo>
                    <a:pt x="2080" y="158"/>
                    <a:pt x="1923" y="0"/>
                    <a:pt x="173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8"/>
            <p:cNvSpPr/>
            <p:nvPr/>
          </p:nvSpPr>
          <p:spPr>
            <a:xfrm>
              <a:off x="-31165250" y="2298675"/>
              <a:ext cx="292225" cy="291900"/>
            </a:xfrm>
            <a:custGeom>
              <a:avLst/>
              <a:gdLst/>
              <a:ahLst/>
              <a:cxnLst/>
              <a:rect l="l" t="t" r="r" b="b"/>
              <a:pathLst>
                <a:path w="11689" h="11676" extrusionOk="0">
                  <a:moveTo>
                    <a:pt x="8192" y="630"/>
                  </a:moveTo>
                  <a:cubicBezTo>
                    <a:pt x="9704" y="630"/>
                    <a:pt x="10933" y="1859"/>
                    <a:pt x="10933" y="3403"/>
                  </a:cubicBezTo>
                  <a:cubicBezTo>
                    <a:pt x="10964" y="4947"/>
                    <a:pt x="9767" y="6144"/>
                    <a:pt x="8224" y="6144"/>
                  </a:cubicBezTo>
                  <a:cubicBezTo>
                    <a:pt x="7656" y="6144"/>
                    <a:pt x="7152" y="5986"/>
                    <a:pt x="6711" y="5671"/>
                  </a:cubicBezTo>
                  <a:cubicBezTo>
                    <a:pt x="6674" y="5634"/>
                    <a:pt x="6616" y="5619"/>
                    <a:pt x="6548" y="5619"/>
                  </a:cubicBezTo>
                  <a:cubicBezTo>
                    <a:pt x="6501" y="5619"/>
                    <a:pt x="6448" y="5627"/>
                    <a:pt x="6396" y="5640"/>
                  </a:cubicBezTo>
                  <a:lnTo>
                    <a:pt x="5609" y="5923"/>
                  </a:lnTo>
                  <a:lnTo>
                    <a:pt x="5861" y="4947"/>
                  </a:lnTo>
                  <a:cubicBezTo>
                    <a:pt x="5861" y="4852"/>
                    <a:pt x="5861" y="4789"/>
                    <a:pt x="5829" y="4695"/>
                  </a:cubicBezTo>
                  <a:cubicBezTo>
                    <a:pt x="5577" y="4317"/>
                    <a:pt x="5451" y="3844"/>
                    <a:pt x="5451" y="3403"/>
                  </a:cubicBezTo>
                  <a:cubicBezTo>
                    <a:pt x="5451" y="1859"/>
                    <a:pt x="6680" y="630"/>
                    <a:pt x="8192" y="630"/>
                  </a:cubicBezTo>
                  <a:close/>
                  <a:moveTo>
                    <a:pt x="3403" y="5545"/>
                  </a:moveTo>
                  <a:cubicBezTo>
                    <a:pt x="3970" y="5545"/>
                    <a:pt x="4474" y="5703"/>
                    <a:pt x="4916" y="5986"/>
                  </a:cubicBezTo>
                  <a:lnTo>
                    <a:pt x="4790" y="6490"/>
                  </a:lnTo>
                  <a:cubicBezTo>
                    <a:pt x="4758" y="6616"/>
                    <a:pt x="4790" y="6742"/>
                    <a:pt x="4916" y="6868"/>
                  </a:cubicBezTo>
                  <a:cubicBezTo>
                    <a:pt x="4960" y="6913"/>
                    <a:pt x="5052" y="6958"/>
                    <a:pt x="5146" y="6958"/>
                  </a:cubicBezTo>
                  <a:cubicBezTo>
                    <a:pt x="5186" y="6958"/>
                    <a:pt x="5225" y="6950"/>
                    <a:pt x="5262" y="6931"/>
                  </a:cubicBezTo>
                  <a:lnTo>
                    <a:pt x="5703" y="6774"/>
                  </a:lnTo>
                  <a:cubicBezTo>
                    <a:pt x="6018" y="7152"/>
                    <a:pt x="6176" y="7656"/>
                    <a:pt x="6176" y="8255"/>
                  </a:cubicBezTo>
                  <a:cubicBezTo>
                    <a:pt x="6176" y="8696"/>
                    <a:pt x="6050" y="9137"/>
                    <a:pt x="5829" y="9546"/>
                  </a:cubicBezTo>
                  <a:cubicBezTo>
                    <a:pt x="5766" y="9609"/>
                    <a:pt x="5766" y="9704"/>
                    <a:pt x="5766" y="9767"/>
                  </a:cubicBezTo>
                  <a:lnTo>
                    <a:pt x="6018" y="10775"/>
                  </a:lnTo>
                  <a:lnTo>
                    <a:pt x="5231" y="10491"/>
                  </a:lnTo>
                  <a:cubicBezTo>
                    <a:pt x="5178" y="10478"/>
                    <a:pt x="5126" y="10471"/>
                    <a:pt x="5078" y="10471"/>
                  </a:cubicBezTo>
                  <a:cubicBezTo>
                    <a:pt x="5011" y="10471"/>
                    <a:pt x="4952" y="10486"/>
                    <a:pt x="4916" y="10523"/>
                  </a:cubicBezTo>
                  <a:cubicBezTo>
                    <a:pt x="4474" y="10838"/>
                    <a:pt x="3939" y="10996"/>
                    <a:pt x="3403" y="10996"/>
                  </a:cubicBezTo>
                  <a:cubicBezTo>
                    <a:pt x="1891" y="10996"/>
                    <a:pt x="662" y="9767"/>
                    <a:pt x="662" y="8286"/>
                  </a:cubicBezTo>
                  <a:cubicBezTo>
                    <a:pt x="662" y="6774"/>
                    <a:pt x="1891" y="5545"/>
                    <a:pt x="3403" y="5545"/>
                  </a:cubicBezTo>
                  <a:close/>
                  <a:moveTo>
                    <a:pt x="8224" y="0"/>
                  </a:moveTo>
                  <a:cubicBezTo>
                    <a:pt x="6333" y="0"/>
                    <a:pt x="4790" y="1544"/>
                    <a:pt x="4790" y="3434"/>
                  </a:cubicBezTo>
                  <a:cubicBezTo>
                    <a:pt x="4790" y="3938"/>
                    <a:pt x="4916" y="4506"/>
                    <a:pt x="5136" y="4978"/>
                  </a:cubicBezTo>
                  <a:lnTo>
                    <a:pt x="5073" y="5262"/>
                  </a:lnTo>
                  <a:cubicBezTo>
                    <a:pt x="4569" y="4978"/>
                    <a:pt x="4002" y="4821"/>
                    <a:pt x="3435" y="4821"/>
                  </a:cubicBezTo>
                  <a:cubicBezTo>
                    <a:pt x="1513" y="4821"/>
                    <a:pt x="1" y="6364"/>
                    <a:pt x="1" y="8255"/>
                  </a:cubicBezTo>
                  <a:cubicBezTo>
                    <a:pt x="1" y="10113"/>
                    <a:pt x="1544" y="11657"/>
                    <a:pt x="3435" y="11657"/>
                  </a:cubicBezTo>
                  <a:cubicBezTo>
                    <a:pt x="4065" y="11657"/>
                    <a:pt x="4632" y="11500"/>
                    <a:pt x="5168" y="11185"/>
                  </a:cubicBezTo>
                  <a:lnTo>
                    <a:pt x="6365" y="11657"/>
                  </a:lnTo>
                  <a:cubicBezTo>
                    <a:pt x="6411" y="11669"/>
                    <a:pt x="6457" y="11676"/>
                    <a:pt x="6503" y="11676"/>
                  </a:cubicBezTo>
                  <a:cubicBezTo>
                    <a:pt x="6583" y="11676"/>
                    <a:pt x="6663" y="11654"/>
                    <a:pt x="6743" y="11594"/>
                  </a:cubicBezTo>
                  <a:cubicBezTo>
                    <a:pt x="6806" y="11500"/>
                    <a:pt x="6837" y="11405"/>
                    <a:pt x="6837" y="11248"/>
                  </a:cubicBezTo>
                  <a:lnTo>
                    <a:pt x="6491" y="9767"/>
                  </a:lnTo>
                  <a:cubicBezTo>
                    <a:pt x="6743" y="9294"/>
                    <a:pt x="6837" y="8790"/>
                    <a:pt x="6837" y="8255"/>
                  </a:cubicBezTo>
                  <a:cubicBezTo>
                    <a:pt x="6837" y="7625"/>
                    <a:pt x="6648" y="6994"/>
                    <a:pt x="6333" y="6427"/>
                  </a:cubicBezTo>
                  <a:lnTo>
                    <a:pt x="6459" y="6396"/>
                  </a:lnTo>
                  <a:cubicBezTo>
                    <a:pt x="6963" y="6711"/>
                    <a:pt x="7593" y="6868"/>
                    <a:pt x="8192" y="6868"/>
                  </a:cubicBezTo>
                  <a:cubicBezTo>
                    <a:pt x="10082" y="6868"/>
                    <a:pt x="11626" y="5325"/>
                    <a:pt x="11626" y="3434"/>
                  </a:cubicBezTo>
                  <a:cubicBezTo>
                    <a:pt x="11689" y="1544"/>
                    <a:pt x="10114" y="0"/>
                    <a:pt x="8224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8"/>
            <p:cNvSpPr/>
            <p:nvPr/>
          </p:nvSpPr>
          <p:spPr>
            <a:xfrm>
              <a:off x="-31115625" y="2452250"/>
              <a:ext cx="70900" cy="104150"/>
            </a:xfrm>
            <a:custGeom>
              <a:avLst/>
              <a:gdLst/>
              <a:ahLst/>
              <a:cxnLst/>
              <a:rect l="l" t="t" r="r" b="b"/>
              <a:pathLst>
                <a:path w="2836" h="4166" extrusionOk="0">
                  <a:moveTo>
                    <a:pt x="1481" y="1576"/>
                  </a:moveTo>
                  <a:lnTo>
                    <a:pt x="1639" y="2112"/>
                  </a:lnTo>
                  <a:lnTo>
                    <a:pt x="1324" y="2112"/>
                  </a:lnTo>
                  <a:lnTo>
                    <a:pt x="1481" y="1576"/>
                  </a:lnTo>
                  <a:close/>
                  <a:moveTo>
                    <a:pt x="1418" y="1"/>
                  </a:moveTo>
                  <a:cubicBezTo>
                    <a:pt x="1261" y="1"/>
                    <a:pt x="1166" y="127"/>
                    <a:pt x="1103" y="253"/>
                  </a:cubicBezTo>
                  <a:lnTo>
                    <a:pt x="568" y="2049"/>
                  </a:lnTo>
                  <a:lnTo>
                    <a:pt x="410" y="2049"/>
                  </a:lnTo>
                  <a:cubicBezTo>
                    <a:pt x="221" y="2049"/>
                    <a:pt x="64" y="2206"/>
                    <a:pt x="64" y="2427"/>
                  </a:cubicBezTo>
                  <a:cubicBezTo>
                    <a:pt x="64" y="2584"/>
                    <a:pt x="158" y="2742"/>
                    <a:pt x="316" y="2773"/>
                  </a:cubicBezTo>
                  <a:lnTo>
                    <a:pt x="64" y="3718"/>
                  </a:lnTo>
                  <a:cubicBezTo>
                    <a:pt x="1" y="3907"/>
                    <a:pt x="95" y="4065"/>
                    <a:pt x="284" y="4159"/>
                  </a:cubicBezTo>
                  <a:cubicBezTo>
                    <a:pt x="308" y="4163"/>
                    <a:pt x="332" y="4165"/>
                    <a:pt x="355" y="4165"/>
                  </a:cubicBezTo>
                  <a:cubicBezTo>
                    <a:pt x="512" y="4165"/>
                    <a:pt x="643" y="4072"/>
                    <a:pt x="725" y="3907"/>
                  </a:cubicBezTo>
                  <a:lnTo>
                    <a:pt x="1072" y="2773"/>
                  </a:lnTo>
                  <a:lnTo>
                    <a:pt x="1796" y="2773"/>
                  </a:lnTo>
                  <a:lnTo>
                    <a:pt x="2143" y="3907"/>
                  </a:lnTo>
                  <a:cubicBezTo>
                    <a:pt x="2170" y="4072"/>
                    <a:pt x="2318" y="4165"/>
                    <a:pt x="2502" y="4165"/>
                  </a:cubicBezTo>
                  <a:cubicBezTo>
                    <a:pt x="2528" y="4165"/>
                    <a:pt x="2556" y="4163"/>
                    <a:pt x="2584" y="4159"/>
                  </a:cubicBezTo>
                  <a:cubicBezTo>
                    <a:pt x="2773" y="4096"/>
                    <a:pt x="2836" y="3907"/>
                    <a:pt x="2805" y="3718"/>
                  </a:cubicBezTo>
                  <a:lnTo>
                    <a:pt x="2521" y="2773"/>
                  </a:lnTo>
                  <a:cubicBezTo>
                    <a:pt x="2678" y="2742"/>
                    <a:pt x="2805" y="2616"/>
                    <a:pt x="2805" y="2427"/>
                  </a:cubicBezTo>
                  <a:cubicBezTo>
                    <a:pt x="2805" y="2206"/>
                    <a:pt x="2647" y="2049"/>
                    <a:pt x="2458" y="2049"/>
                  </a:cubicBezTo>
                  <a:lnTo>
                    <a:pt x="2300" y="2049"/>
                  </a:lnTo>
                  <a:lnTo>
                    <a:pt x="1733" y="253"/>
                  </a:lnTo>
                  <a:cubicBezTo>
                    <a:pt x="1702" y="95"/>
                    <a:pt x="1576" y="1"/>
                    <a:pt x="141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8" name="Google Shape;288;p8"/>
          <p:cNvSpPr/>
          <p:nvPr/>
        </p:nvSpPr>
        <p:spPr>
          <a:xfrm>
            <a:off x="3320480" y="2055286"/>
            <a:ext cx="551194" cy="487500"/>
          </a:xfrm>
          <a:custGeom>
            <a:avLst/>
            <a:gdLst/>
            <a:ahLst/>
            <a:cxnLst/>
            <a:rect l="l" t="t" r="r" b="b"/>
            <a:pathLst>
              <a:path w="12918" h="10807" extrusionOk="0">
                <a:moveTo>
                  <a:pt x="10807" y="851"/>
                </a:moveTo>
                <a:cubicBezTo>
                  <a:pt x="10366" y="1608"/>
                  <a:pt x="10366" y="2584"/>
                  <a:pt x="10807" y="3340"/>
                </a:cubicBezTo>
                <a:lnTo>
                  <a:pt x="2332" y="3340"/>
                </a:lnTo>
                <a:cubicBezTo>
                  <a:pt x="1765" y="3340"/>
                  <a:pt x="1293" y="2962"/>
                  <a:pt x="1135" y="2458"/>
                </a:cubicBezTo>
                <a:cubicBezTo>
                  <a:pt x="915" y="1671"/>
                  <a:pt x="1513" y="851"/>
                  <a:pt x="2332" y="851"/>
                </a:cubicBezTo>
                <a:close/>
                <a:moveTo>
                  <a:pt x="8822" y="4159"/>
                </a:moveTo>
                <a:lnTo>
                  <a:pt x="8822" y="6648"/>
                </a:lnTo>
                <a:lnTo>
                  <a:pt x="1891" y="6648"/>
                </a:lnTo>
                <a:lnTo>
                  <a:pt x="1891" y="4159"/>
                </a:lnTo>
                <a:close/>
                <a:moveTo>
                  <a:pt x="10524" y="4159"/>
                </a:moveTo>
                <a:lnTo>
                  <a:pt x="10524" y="6648"/>
                </a:lnTo>
                <a:lnTo>
                  <a:pt x="9704" y="6648"/>
                </a:lnTo>
                <a:lnTo>
                  <a:pt x="9704" y="4159"/>
                </a:lnTo>
                <a:close/>
                <a:moveTo>
                  <a:pt x="12130" y="4159"/>
                </a:moveTo>
                <a:lnTo>
                  <a:pt x="12130" y="6648"/>
                </a:lnTo>
                <a:lnTo>
                  <a:pt x="11343" y="6648"/>
                </a:lnTo>
                <a:lnTo>
                  <a:pt x="11343" y="4159"/>
                </a:lnTo>
                <a:close/>
                <a:moveTo>
                  <a:pt x="1986" y="7467"/>
                </a:moveTo>
                <a:lnTo>
                  <a:pt x="1986" y="9956"/>
                </a:lnTo>
                <a:lnTo>
                  <a:pt x="1104" y="9956"/>
                </a:lnTo>
                <a:lnTo>
                  <a:pt x="1104" y="7467"/>
                </a:lnTo>
                <a:close/>
                <a:moveTo>
                  <a:pt x="3624" y="7467"/>
                </a:moveTo>
                <a:lnTo>
                  <a:pt x="3624" y="9956"/>
                </a:lnTo>
                <a:lnTo>
                  <a:pt x="2805" y="9956"/>
                </a:lnTo>
                <a:lnTo>
                  <a:pt x="2805" y="7467"/>
                </a:lnTo>
                <a:close/>
                <a:moveTo>
                  <a:pt x="11311" y="7467"/>
                </a:moveTo>
                <a:lnTo>
                  <a:pt x="11311" y="9956"/>
                </a:lnTo>
                <a:lnTo>
                  <a:pt x="4443" y="9956"/>
                </a:lnTo>
                <a:lnTo>
                  <a:pt x="4443" y="7467"/>
                </a:lnTo>
                <a:close/>
                <a:moveTo>
                  <a:pt x="2364" y="1"/>
                </a:moveTo>
                <a:cubicBezTo>
                  <a:pt x="1671" y="1"/>
                  <a:pt x="1041" y="379"/>
                  <a:pt x="631" y="914"/>
                </a:cubicBezTo>
                <a:cubicBezTo>
                  <a:pt x="1" y="1828"/>
                  <a:pt x="253" y="3088"/>
                  <a:pt x="1104" y="3718"/>
                </a:cubicBezTo>
                <a:lnTo>
                  <a:pt x="1104" y="6648"/>
                </a:lnTo>
                <a:lnTo>
                  <a:pt x="694" y="6648"/>
                </a:lnTo>
                <a:cubicBezTo>
                  <a:pt x="442" y="6648"/>
                  <a:pt x="284" y="6837"/>
                  <a:pt x="284" y="7058"/>
                </a:cubicBezTo>
                <a:lnTo>
                  <a:pt x="284" y="10366"/>
                </a:lnTo>
                <a:cubicBezTo>
                  <a:pt x="284" y="10618"/>
                  <a:pt x="473" y="10807"/>
                  <a:pt x="694" y="10807"/>
                </a:cubicBezTo>
                <a:lnTo>
                  <a:pt x="11721" y="10807"/>
                </a:lnTo>
                <a:cubicBezTo>
                  <a:pt x="11941" y="10807"/>
                  <a:pt x="12130" y="10618"/>
                  <a:pt x="12130" y="10366"/>
                </a:cubicBezTo>
                <a:lnTo>
                  <a:pt x="12130" y="7499"/>
                </a:lnTo>
                <a:lnTo>
                  <a:pt x="12540" y="7499"/>
                </a:lnTo>
                <a:cubicBezTo>
                  <a:pt x="12760" y="7499"/>
                  <a:pt x="12918" y="7310"/>
                  <a:pt x="12918" y="7058"/>
                </a:cubicBezTo>
                <a:lnTo>
                  <a:pt x="12918" y="3750"/>
                </a:lnTo>
                <a:cubicBezTo>
                  <a:pt x="12918" y="3529"/>
                  <a:pt x="12760" y="3340"/>
                  <a:pt x="12540" y="3340"/>
                </a:cubicBezTo>
                <a:lnTo>
                  <a:pt x="11878" y="3340"/>
                </a:lnTo>
                <a:cubicBezTo>
                  <a:pt x="11091" y="2647"/>
                  <a:pt x="11122" y="1387"/>
                  <a:pt x="11973" y="757"/>
                </a:cubicBezTo>
                <a:cubicBezTo>
                  <a:pt x="12256" y="536"/>
                  <a:pt x="12130" y="64"/>
                  <a:pt x="11784" y="1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9" name="Google Shape;289;p8"/>
          <p:cNvGrpSpPr/>
          <p:nvPr/>
        </p:nvGrpSpPr>
        <p:grpSpPr>
          <a:xfrm>
            <a:off x="6151108" y="2001972"/>
            <a:ext cx="434023" cy="565872"/>
            <a:chOff x="-47160325" y="1974175"/>
            <a:chExt cx="301700" cy="300100"/>
          </a:xfrm>
        </p:grpSpPr>
        <p:sp>
          <p:nvSpPr>
            <p:cNvPr id="290" name="Google Shape;290;p8"/>
            <p:cNvSpPr/>
            <p:nvPr/>
          </p:nvSpPr>
          <p:spPr>
            <a:xfrm>
              <a:off x="-47160325" y="1974175"/>
              <a:ext cx="301700" cy="300100"/>
            </a:xfrm>
            <a:custGeom>
              <a:avLst/>
              <a:gdLst/>
              <a:ahLst/>
              <a:cxnLst/>
              <a:rect l="l" t="t" r="r" b="b"/>
              <a:pathLst>
                <a:path w="12068" h="12004" extrusionOk="0">
                  <a:moveTo>
                    <a:pt x="8539" y="1166"/>
                  </a:moveTo>
                  <a:lnTo>
                    <a:pt x="9452" y="2080"/>
                  </a:lnTo>
                  <a:lnTo>
                    <a:pt x="8539" y="2080"/>
                  </a:lnTo>
                  <a:lnTo>
                    <a:pt x="8539" y="1166"/>
                  </a:lnTo>
                  <a:close/>
                  <a:moveTo>
                    <a:pt x="7846" y="693"/>
                  </a:moveTo>
                  <a:lnTo>
                    <a:pt x="7846" y="2489"/>
                  </a:lnTo>
                  <a:cubicBezTo>
                    <a:pt x="7846" y="2678"/>
                    <a:pt x="8003" y="2836"/>
                    <a:pt x="8192" y="2836"/>
                  </a:cubicBezTo>
                  <a:lnTo>
                    <a:pt x="9957" y="2836"/>
                  </a:lnTo>
                  <a:lnTo>
                    <a:pt x="9957" y="4254"/>
                  </a:lnTo>
                  <a:lnTo>
                    <a:pt x="4916" y="4254"/>
                  </a:lnTo>
                  <a:lnTo>
                    <a:pt x="4538" y="3434"/>
                  </a:lnTo>
                  <a:cubicBezTo>
                    <a:pt x="4349" y="3056"/>
                    <a:pt x="3971" y="2836"/>
                    <a:pt x="3593" y="2836"/>
                  </a:cubicBezTo>
                  <a:lnTo>
                    <a:pt x="2206" y="2836"/>
                  </a:lnTo>
                  <a:lnTo>
                    <a:pt x="2206" y="693"/>
                  </a:lnTo>
                  <a:close/>
                  <a:moveTo>
                    <a:pt x="3561" y="3529"/>
                  </a:moveTo>
                  <a:cubicBezTo>
                    <a:pt x="3656" y="3529"/>
                    <a:pt x="3782" y="3623"/>
                    <a:pt x="3876" y="3718"/>
                  </a:cubicBezTo>
                  <a:lnTo>
                    <a:pt x="4380" y="4758"/>
                  </a:lnTo>
                  <a:cubicBezTo>
                    <a:pt x="4443" y="4884"/>
                    <a:pt x="4569" y="4947"/>
                    <a:pt x="4695" y="4947"/>
                  </a:cubicBezTo>
                  <a:lnTo>
                    <a:pt x="11028" y="4947"/>
                  </a:lnTo>
                  <a:cubicBezTo>
                    <a:pt x="11248" y="4947"/>
                    <a:pt x="11406" y="5104"/>
                    <a:pt x="11406" y="5293"/>
                  </a:cubicBezTo>
                  <a:lnTo>
                    <a:pt x="11406" y="10933"/>
                  </a:lnTo>
                  <a:lnTo>
                    <a:pt x="11343" y="10933"/>
                  </a:lnTo>
                  <a:cubicBezTo>
                    <a:pt x="11343" y="11153"/>
                    <a:pt x="11185" y="11311"/>
                    <a:pt x="10996" y="11311"/>
                  </a:cubicBezTo>
                  <a:lnTo>
                    <a:pt x="1104" y="11311"/>
                  </a:lnTo>
                  <a:cubicBezTo>
                    <a:pt x="915" y="11311"/>
                    <a:pt x="757" y="11153"/>
                    <a:pt x="757" y="10933"/>
                  </a:cubicBezTo>
                  <a:lnTo>
                    <a:pt x="757" y="3875"/>
                  </a:lnTo>
                  <a:cubicBezTo>
                    <a:pt x="757" y="3686"/>
                    <a:pt x="915" y="3529"/>
                    <a:pt x="1104" y="3529"/>
                  </a:cubicBezTo>
                  <a:close/>
                  <a:moveTo>
                    <a:pt x="1797" y="0"/>
                  </a:moveTo>
                  <a:cubicBezTo>
                    <a:pt x="1576" y="0"/>
                    <a:pt x="1419" y="158"/>
                    <a:pt x="1419" y="347"/>
                  </a:cubicBezTo>
                  <a:lnTo>
                    <a:pt x="1419" y="2836"/>
                  </a:lnTo>
                  <a:lnTo>
                    <a:pt x="1072" y="2836"/>
                  </a:lnTo>
                  <a:cubicBezTo>
                    <a:pt x="474" y="2836"/>
                    <a:pt x="1" y="3308"/>
                    <a:pt x="1" y="3907"/>
                  </a:cubicBezTo>
                  <a:lnTo>
                    <a:pt x="1" y="10933"/>
                  </a:lnTo>
                  <a:cubicBezTo>
                    <a:pt x="1" y="11531"/>
                    <a:pt x="474" y="12004"/>
                    <a:pt x="1072" y="12004"/>
                  </a:cubicBezTo>
                  <a:lnTo>
                    <a:pt x="10965" y="12004"/>
                  </a:lnTo>
                  <a:cubicBezTo>
                    <a:pt x="11563" y="12004"/>
                    <a:pt x="12036" y="11531"/>
                    <a:pt x="12036" y="10933"/>
                  </a:cubicBezTo>
                  <a:lnTo>
                    <a:pt x="12036" y="5325"/>
                  </a:lnTo>
                  <a:cubicBezTo>
                    <a:pt x="12067" y="4726"/>
                    <a:pt x="11595" y="4254"/>
                    <a:pt x="10996" y="4254"/>
                  </a:cubicBezTo>
                  <a:lnTo>
                    <a:pt x="10650" y="4254"/>
                  </a:lnTo>
                  <a:lnTo>
                    <a:pt x="10650" y="2489"/>
                  </a:lnTo>
                  <a:cubicBezTo>
                    <a:pt x="10650" y="2395"/>
                    <a:pt x="10618" y="2269"/>
                    <a:pt x="10524" y="2237"/>
                  </a:cubicBezTo>
                  <a:lnTo>
                    <a:pt x="8413" y="126"/>
                  </a:lnTo>
                  <a:cubicBezTo>
                    <a:pt x="8318" y="32"/>
                    <a:pt x="8255" y="0"/>
                    <a:pt x="816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8"/>
            <p:cNvSpPr/>
            <p:nvPr/>
          </p:nvSpPr>
          <p:spPr>
            <a:xfrm>
              <a:off x="-47070525" y="2115150"/>
              <a:ext cx="123675" cy="123675"/>
            </a:xfrm>
            <a:custGeom>
              <a:avLst/>
              <a:gdLst/>
              <a:ahLst/>
              <a:cxnLst/>
              <a:rect l="l" t="t" r="r" b="b"/>
              <a:pathLst>
                <a:path w="4947" h="4947" extrusionOk="0">
                  <a:moveTo>
                    <a:pt x="1796" y="694"/>
                  </a:moveTo>
                  <a:cubicBezTo>
                    <a:pt x="2269" y="694"/>
                    <a:pt x="2678" y="977"/>
                    <a:pt x="2804" y="1418"/>
                  </a:cubicBezTo>
                  <a:lnTo>
                    <a:pt x="1796" y="1418"/>
                  </a:lnTo>
                  <a:cubicBezTo>
                    <a:pt x="1607" y="1418"/>
                    <a:pt x="1450" y="1576"/>
                    <a:pt x="1450" y="1765"/>
                  </a:cubicBezTo>
                  <a:lnTo>
                    <a:pt x="1450" y="2742"/>
                  </a:lnTo>
                  <a:cubicBezTo>
                    <a:pt x="1009" y="2584"/>
                    <a:pt x="757" y="2175"/>
                    <a:pt x="757" y="1765"/>
                  </a:cubicBezTo>
                  <a:cubicBezTo>
                    <a:pt x="757" y="1166"/>
                    <a:pt x="1229" y="694"/>
                    <a:pt x="1796" y="694"/>
                  </a:cubicBezTo>
                  <a:close/>
                  <a:moveTo>
                    <a:pt x="2804" y="2112"/>
                  </a:moveTo>
                  <a:cubicBezTo>
                    <a:pt x="2678" y="2427"/>
                    <a:pt x="2426" y="2679"/>
                    <a:pt x="2174" y="2742"/>
                  </a:cubicBezTo>
                  <a:lnTo>
                    <a:pt x="2174" y="2112"/>
                  </a:lnTo>
                  <a:close/>
                  <a:moveTo>
                    <a:pt x="4254" y="2080"/>
                  </a:moveTo>
                  <a:lnTo>
                    <a:pt x="4254" y="4191"/>
                  </a:lnTo>
                  <a:lnTo>
                    <a:pt x="2143" y="4191"/>
                  </a:lnTo>
                  <a:lnTo>
                    <a:pt x="2143" y="3466"/>
                  </a:lnTo>
                  <a:cubicBezTo>
                    <a:pt x="2804" y="3309"/>
                    <a:pt x="3340" y="2773"/>
                    <a:pt x="3498" y="2080"/>
                  </a:cubicBezTo>
                  <a:close/>
                  <a:moveTo>
                    <a:pt x="1765" y="1"/>
                  </a:moveTo>
                  <a:cubicBezTo>
                    <a:pt x="788" y="1"/>
                    <a:pt x="1" y="788"/>
                    <a:pt x="1" y="1765"/>
                  </a:cubicBezTo>
                  <a:cubicBezTo>
                    <a:pt x="1" y="2616"/>
                    <a:pt x="599" y="3340"/>
                    <a:pt x="1418" y="3498"/>
                  </a:cubicBezTo>
                  <a:lnTo>
                    <a:pt x="1418" y="4600"/>
                  </a:lnTo>
                  <a:cubicBezTo>
                    <a:pt x="1418" y="4789"/>
                    <a:pt x="1576" y="4947"/>
                    <a:pt x="1765" y="4947"/>
                  </a:cubicBezTo>
                  <a:lnTo>
                    <a:pt x="4569" y="4947"/>
                  </a:lnTo>
                  <a:cubicBezTo>
                    <a:pt x="4758" y="4947"/>
                    <a:pt x="4915" y="4789"/>
                    <a:pt x="4915" y="4600"/>
                  </a:cubicBezTo>
                  <a:lnTo>
                    <a:pt x="4915" y="1797"/>
                  </a:lnTo>
                  <a:cubicBezTo>
                    <a:pt x="4947" y="1576"/>
                    <a:pt x="4789" y="1387"/>
                    <a:pt x="4600" y="1387"/>
                  </a:cubicBezTo>
                  <a:lnTo>
                    <a:pt x="3498" y="1387"/>
                  </a:lnTo>
                  <a:cubicBezTo>
                    <a:pt x="3340" y="599"/>
                    <a:pt x="2647" y="1"/>
                    <a:pt x="176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9"/>
          <p:cNvSpPr/>
          <p:nvPr/>
        </p:nvSpPr>
        <p:spPr>
          <a:xfrm>
            <a:off x="4450047" y="1284451"/>
            <a:ext cx="1036329" cy="924997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9"/>
          <p:cNvSpPr/>
          <p:nvPr/>
        </p:nvSpPr>
        <p:spPr>
          <a:xfrm>
            <a:off x="3200898" y="1605635"/>
            <a:ext cx="2734435" cy="2424167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9"/>
          <p:cNvSpPr txBox="1">
            <a:spLocks noGrp="1"/>
          </p:cNvSpPr>
          <p:nvPr>
            <p:ph type="title"/>
          </p:nvPr>
        </p:nvSpPr>
        <p:spPr>
          <a:xfrm flipH="1">
            <a:off x="716115" y="20894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Plan </a:t>
            </a:r>
            <a:r>
              <a:rPr lang="en">
                <a:solidFill>
                  <a:schemeClr val="lt1"/>
                </a:solidFill>
              </a:rPr>
              <a:t>Trabajo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99" name="Google Shape;299;p9"/>
          <p:cNvSpPr/>
          <p:nvPr/>
        </p:nvSpPr>
        <p:spPr>
          <a:xfrm flipH="1">
            <a:off x="2606318" y="2820132"/>
            <a:ext cx="1189160" cy="856707"/>
          </a:xfrm>
          <a:custGeom>
            <a:avLst/>
            <a:gdLst/>
            <a:ahLst/>
            <a:cxnLst/>
            <a:rect l="l" t="t" r="r" b="b"/>
            <a:pathLst>
              <a:path w="18827" h="13563" extrusionOk="0">
                <a:moveTo>
                  <a:pt x="7161" y="0"/>
                </a:moveTo>
                <a:cubicBezTo>
                  <a:pt x="6367" y="0"/>
                  <a:pt x="5745" y="97"/>
                  <a:pt x="5462" y="302"/>
                </a:cubicBezTo>
                <a:cubicBezTo>
                  <a:pt x="5439" y="302"/>
                  <a:pt x="5416" y="302"/>
                  <a:pt x="5393" y="302"/>
                </a:cubicBezTo>
                <a:cubicBezTo>
                  <a:pt x="1116" y="302"/>
                  <a:pt x="1" y="5785"/>
                  <a:pt x="370" y="9035"/>
                </a:cubicBezTo>
                <a:cubicBezTo>
                  <a:pt x="734" y="12239"/>
                  <a:pt x="5348" y="13486"/>
                  <a:pt x="7931" y="13560"/>
                </a:cubicBezTo>
                <a:cubicBezTo>
                  <a:pt x="7975" y="13562"/>
                  <a:pt x="8020" y="13562"/>
                  <a:pt x="8064" y="13562"/>
                </a:cubicBezTo>
                <a:cubicBezTo>
                  <a:pt x="13120" y="13562"/>
                  <a:pt x="18826" y="5169"/>
                  <a:pt x="13911" y="1714"/>
                </a:cubicBezTo>
                <a:cubicBezTo>
                  <a:pt x="12377" y="637"/>
                  <a:pt x="9200" y="0"/>
                  <a:pt x="71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9"/>
          <p:cNvSpPr/>
          <p:nvPr/>
        </p:nvSpPr>
        <p:spPr>
          <a:xfrm>
            <a:off x="3032061" y="1593626"/>
            <a:ext cx="932660" cy="828796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9"/>
          <p:cNvSpPr/>
          <p:nvPr/>
        </p:nvSpPr>
        <p:spPr>
          <a:xfrm rot="10800000">
            <a:off x="5171030" y="2571750"/>
            <a:ext cx="1189160" cy="856707"/>
          </a:xfrm>
          <a:custGeom>
            <a:avLst/>
            <a:gdLst/>
            <a:ahLst/>
            <a:cxnLst/>
            <a:rect l="l" t="t" r="r" b="b"/>
            <a:pathLst>
              <a:path w="18827" h="13563" extrusionOk="0">
                <a:moveTo>
                  <a:pt x="7161" y="0"/>
                </a:moveTo>
                <a:cubicBezTo>
                  <a:pt x="6367" y="0"/>
                  <a:pt x="5745" y="97"/>
                  <a:pt x="5462" y="302"/>
                </a:cubicBezTo>
                <a:cubicBezTo>
                  <a:pt x="5439" y="302"/>
                  <a:pt x="5416" y="302"/>
                  <a:pt x="5393" y="302"/>
                </a:cubicBezTo>
                <a:cubicBezTo>
                  <a:pt x="1116" y="302"/>
                  <a:pt x="1" y="5785"/>
                  <a:pt x="370" y="9035"/>
                </a:cubicBezTo>
                <a:cubicBezTo>
                  <a:pt x="734" y="12239"/>
                  <a:pt x="5348" y="13486"/>
                  <a:pt x="7931" y="13560"/>
                </a:cubicBezTo>
                <a:cubicBezTo>
                  <a:pt x="7975" y="13562"/>
                  <a:pt x="8020" y="13562"/>
                  <a:pt x="8064" y="13562"/>
                </a:cubicBezTo>
                <a:cubicBezTo>
                  <a:pt x="13120" y="13562"/>
                  <a:pt x="18826" y="5169"/>
                  <a:pt x="13911" y="1714"/>
                </a:cubicBezTo>
                <a:cubicBezTo>
                  <a:pt x="12377" y="637"/>
                  <a:pt x="9200" y="0"/>
                  <a:pt x="716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9"/>
          <p:cNvSpPr/>
          <p:nvPr/>
        </p:nvSpPr>
        <p:spPr>
          <a:xfrm rot="10800000" flipH="1">
            <a:off x="4176040" y="3559112"/>
            <a:ext cx="938302" cy="833810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9"/>
          <p:cNvSpPr txBox="1"/>
          <p:nvPr/>
        </p:nvSpPr>
        <p:spPr>
          <a:xfrm>
            <a:off x="6360190" y="2960793"/>
            <a:ext cx="21423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rPr>
              <a:t>Semana 7</a:t>
            </a:r>
            <a:endParaRPr sz="2000" b="0" i="0" u="none" strike="noStrike" cap="none">
              <a:solidFill>
                <a:schemeClr val="dk1"/>
              </a:solidFill>
              <a:latin typeface="Kulim Park"/>
              <a:ea typeface="Kulim Park"/>
              <a:cs typeface="Kulim Park"/>
              <a:sym typeface="Kulim Park"/>
            </a:endParaRPr>
          </a:p>
        </p:txBody>
      </p:sp>
      <p:sp>
        <p:nvSpPr>
          <p:cNvPr id="304" name="Google Shape;304;p9"/>
          <p:cNvSpPr txBox="1"/>
          <p:nvPr/>
        </p:nvSpPr>
        <p:spPr>
          <a:xfrm>
            <a:off x="216609" y="955911"/>
            <a:ext cx="21423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rPr>
              <a:t>Semana 1-2</a:t>
            </a:r>
            <a:endParaRPr sz="2000" b="0" i="0" u="none" strike="noStrike" cap="none">
              <a:solidFill>
                <a:schemeClr val="dk1"/>
              </a:solidFill>
              <a:latin typeface="Kulim Park"/>
              <a:ea typeface="Kulim Park"/>
              <a:cs typeface="Kulim Park"/>
              <a:sym typeface="Kulim Park"/>
            </a:endParaRPr>
          </a:p>
        </p:txBody>
      </p:sp>
      <p:sp>
        <p:nvSpPr>
          <p:cNvPr id="305" name="Google Shape;305;p9"/>
          <p:cNvSpPr txBox="1"/>
          <p:nvPr/>
        </p:nvSpPr>
        <p:spPr>
          <a:xfrm>
            <a:off x="6360190" y="3429046"/>
            <a:ext cx="21423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Pruebas de usabilidad y ajustes</a:t>
            </a:r>
            <a:endParaRPr sz="14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06" name="Google Shape;306;p9"/>
          <p:cNvSpPr txBox="1"/>
          <p:nvPr/>
        </p:nvSpPr>
        <p:spPr>
          <a:xfrm>
            <a:off x="5837339" y="1135208"/>
            <a:ext cx="21423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rPr>
              <a:t>Semana 8</a:t>
            </a:r>
            <a:endParaRPr sz="2000" b="0" i="0" u="none" strike="noStrike" cap="none">
              <a:solidFill>
                <a:schemeClr val="dk1"/>
              </a:solidFill>
              <a:latin typeface="Kulim Park"/>
              <a:ea typeface="Kulim Park"/>
              <a:cs typeface="Kulim Park"/>
              <a:sym typeface="Kulim Park"/>
            </a:endParaRPr>
          </a:p>
        </p:txBody>
      </p:sp>
      <p:sp>
        <p:nvSpPr>
          <p:cNvPr id="307" name="Google Shape;307;p9"/>
          <p:cNvSpPr txBox="1"/>
          <p:nvPr/>
        </p:nvSpPr>
        <p:spPr>
          <a:xfrm>
            <a:off x="5837386" y="1552022"/>
            <a:ext cx="21423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Presentación y entrega final</a:t>
            </a:r>
            <a:endParaRPr sz="14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08" name="Google Shape;308;p9"/>
          <p:cNvSpPr txBox="1"/>
          <p:nvPr/>
        </p:nvSpPr>
        <p:spPr>
          <a:xfrm>
            <a:off x="250911" y="1498475"/>
            <a:ext cx="21423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Definición de requerimientos y diseño de arquitectura</a:t>
            </a:r>
            <a:endParaRPr sz="14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09" name="Google Shape;309;p9"/>
          <p:cNvSpPr txBox="1"/>
          <p:nvPr/>
        </p:nvSpPr>
        <p:spPr>
          <a:xfrm>
            <a:off x="365419" y="2756353"/>
            <a:ext cx="21423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rPr>
              <a:t>Semanas 3-4</a:t>
            </a:r>
            <a:endParaRPr sz="2000" b="0" i="0" u="none" strike="noStrike" cap="none">
              <a:solidFill>
                <a:schemeClr val="dk1"/>
              </a:solidFill>
              <a:latin typeface="Kulim Park"/>
              <a:ea typeface="Kulim Park"/>
              <a:cs typeface="Kulim Park"/>
              <a:sym typeface="Kulim Park"/>
            </a:endParaRPr>
          </a:p>
        </p:txBody>
      </p:sp>
      <p:sp>
        <p:nvSpPr>
          <p:cNvPr id="310" name="Google Shape;310;p9"/>
          <p:cNvSpPr txBox="1"/>
          <p:nvPr/>
        </p:nvSpPr>
        <p:spPr>
          <a:xfrm>
            <a:off x="331728" y="3184483"/>
            <a:ext cx="21423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Desarrollo del prototipo conversacional</a:t>
            </a:r>
            <a:endParaRPr sz="14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311" name="Google Shape;311;p9"/>
          <p:cNvGrpSpPr/>
          <p:nvPr/>
        </p:nvGrpSpPr>
        <p:grpSpPr>
          <a:xfrm rot="-724352">
            <a:off x="3274605" y="1791560"/>
            <a:ext cx="439056" cy="439021"/>
            <a:chOff x="-65131525" y="1914325"/>
            <a:chExt cx="316650" cy="316625"/>
          </a:xfrm>
        </p:grpSpPr>
        <p:sp>
          <p:nvSpPr>
            <p:cNvPr id="312" name="Google Shape;312;p9"/>
            <p:cNvSpPr/>
            <p:nvPr/>
          </p:nvSpPr>
          <p:spPr>
            <a:xfrm>
              <a:off x="-65024400" y="1949750"/>
              <a:ext cx="103175" cy="247350"/>
            </a:xfrm>
            <a:custGeom>
              <a:avLst/>
              <a:gdLst/>
              <a:ahLst/>
              <a:cxnLst/>
              <a:rect l="l" t="t" r="r" b="b"/>
              <a:pathLst>
                <a:path w="4127" h="9894" extrusionOk="0">
                  <a:moveTo>
                    <a:pt x="2048" y="1"/>
                  </a:moveTo>
                  <a:cubicBezTo>
                    <a:pt x="1859" y="1"/>
                    <a:pt x="1638" y="190"/>
                    <a:pt x="1638" y="379"/>
                  </a:cubicBezTo>
                  <a:lnTo>
                    <a:pt x="1638" y="851"/>
                  </a:lnTo>
                  <a:cubicBezTo>
                    <a:pt x="725" y="1040"/>
                    <a:pt x="0" y="1891"/>
                    <a:pt x="0" y="2868"/>
                  </a:cubicBezTo>
                  <a:cubicBezTo>
                    <a:pt x="0" y="3970"/>
                    <a:pt x="977" y="4632"/>
                    <a:pt x="1827" y="5262"/>
                  </a:cubicBezTo>
                  <a:cubicBezTo>
                    <a:pt x="2552" y="5829"/>
                    <a:pt x="3308" y="6333"/>
                    <a:pt x="3308" y="6995"/>
                  </a:cubicBezTo>
                  <a:cubicBezTo>
                    <a:pt x="3308" y="7656"/>
                    <a:pt x="2772" y="8255"/>
                    <a:pt x="2079" y="8255"/>
                  </a:cubicBezTo>
                  <a:cubicBezTo>
                    <a:pt x="1418" y="8255"/>
                    <a:pt x="851" y="7688"/>
                    <a:pt x="851" y="6995"/>
                  </a:cubicBezTo>
                  <a:cubicBezTo>
                    <a:pt x="851" y="6774"/>
                    <a:pt x="662" y="6617"/>
                    <a:pt x="441" y="6617"/>
                  </a:cubicBezTo>
                  <a:cubicBezTo>
                    <a:pt x="189" y="6617"/>
                    <a:pt x="32" y="6806"/>
                    <a:pt x="32" y="6995"/>
                  </a:cubicBezTo>
                  <a:cubicBezTo>
                    <a:pt x="32" y="7971"/>
                    <a:pt x="756" y="8854"/>
                    <a:pt x="1701" y="9011"/>
                  </a:cubicBezTo>
                  <a:lnTo>
                    <a:pt x="1701" y="9484"/>
                  </a:lnTo>
                  <a:cubicBezTo>
                    <a:pt x="1701" y="9704"/>
                    <a:pt x="1890" y="9893"/>
                    <a:pt x="2079" y="9893"/>
                  </a:cubicBezTo>
                  <a:cubicBezTo>
                    <a:pt x="2268" y="9893"/>
                    <a:pt x="2489" y="9704"/>
                    <a:pt x="2489" y="9484"/>
                  </a:cubicBezTo>
                  <a:lnTo>
                    <a:pt x="2489" y="9011"/>
                  </a:lnTo>
                  <a:cubicBezTo>
                    <a:pt x="3434" y="8791"/>
                    <a:pt x="4127" y="7971"/>
                    <a:pt x="4127" y="6995"/>
                  </a:cubicBezTo>
                  <a:cubicBezTo>
                    <a:pt x="4127" y="5892"/>
                    <a:pt x="3151" y="5231"/>
                    <a:pt x="2331" y="4600"/>
                  </a:cubicBezTo>
                  <a:cubicBezTo>
                    <a:pt x="1575" y="4033"/>
                    <a:pt x="819" y="3529"/>
                    <a:pt x="819" y="2868"/>
                  </a:cubicBezTo>
                  <a:cubicBezTo>
                    <a:pt x="788" y="2143"/>
                    <a:pt x="1386" y="1607"/>
                    <a:pt x="2048" y="1607"/>
                  </a:cubicBezTo>
                  <a:cubicBezTo>
                    <a:pt x="2709" y="1607"/>
                    <a:pt x="3277" y="2143"/>
                    <a:pt x="3277" y="2868"/>
                  </a:cubicBezTo>
                  <a:cubicBezTo>
                    <a:pt x="3277" y="3088"/>
                    <a:pt x="3466" y="3246"/>
                    <a:pt x="3686" y="3246"/>
                  </a:cubicBezTo>
                  <a:cubicBezTo>
                    <a:pt x="3938" y="3246"/>
                    <a:pt x="4096" y="3057"/>
                    <a:pt x="4096" y="2868"/>
                  </a:cubicBezTo>
                  <a:cubicBezTo>
                    <a:pt x="4096" y="1891"/>
                    <a:pt x="3371" y="1009"/>
                    <a:pt x="2426" y="851"/>
                  </a:cubicBezTo>
                  <a:lnTo>
                    <a:pt x="2426" y="379"/>
                  </a:lnTo>
                  <a:cubicBezTo>
                    <a:pt x="2426" y="158"/>
                    <a:pt x="2237" y="1"/>
                    <a:pt x="204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9"/>
            <p:cNvSpPr/>
            <p:nvPr/>
          </p:nvSpPr>
          <p:spPr>
            <a:xfrm>
              <a:off x="-65131525" y="1914325"/>
              <a:ext cx="316650" cy="316625"/>
            </a:xfrm>
            <a:custGeom>
              <a:avLst/>
              <a:gdLst/>
              <a:ahLst/>
              <a:cxnLst/>
              <a:rect l="l" t="t" r="r" b="b"/>
              <a:pathLst>
                <a:path w="12666" h="12665" extrusionOk="0">
                  <a:moveTo>
                    <a:pt x="6333" y="819"/>
                  </a:moveTo>
                  <a:cubicBezTo>
                    <a:pt x="9357" y="819"/>
                    <a:pt x="11846" y="3308"/>
                    <a:pt x="11846" y="6332"/>
                  </a:cubicBezTo>
                  <a:cubicBezTo>
                    <a:pt x="11846" y="9357"/>
                    <a:pt x="9357" y="11846"/>
                    <a:pt x="6333" y="11846"/>
                  </a:cubicBezTo>
                  <a:cubicBezTo>
                    <a:pt x="3308" y="11846"/>
                    <a:pt x="819" y="9357"/>
                    <a:pt x="819" y="6332"/>
                  </a:cubicBezTo>
                  <a:cubicBezTo>
                    <a:pt x="819" y="3308"/>
                    <a:pt x="3308" y="819"/>
                    <a:pt x="6333" y="819"/>
                  </a:cubicBezTo>
                  <a:close/>
                  <a:moveTo>
                    <a:pt x="6333" y="0"/>
                  </a:moveTo>
                  <a:cubicBezTo>
                    <a:pt x="2836" y="0"/>
                    <a:pt x="0" y="2835"/>
                    <a:pt x="0" y="6332"/>
                  </a:cubicBezTo>
                  <a:cubicBezTo>
                    <a:pt x="0" y="9830"/>
                    <a:pt x="2836" y="12665"/>
                    <a:pt x="6333" y="12665"/>
                  </a:cubicBezTo>
                  <a:cubicBezTo>
                    <a:pt x="9830" y="12665"/>
                    <a:pt x="12665" y="9830"/>
                    <a:pt x="12665" y="6332"/>
                  </a:cubicBezTo>
                  <a:cubicBezTo>
                    <a:pt x="12665" y="2835"/>
                    <a:pt x="9830" y="0"/>
                    <a:pt x="633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4" name="Google Shape;314;p9"/>
          <p:cNvGrpSpPr/>
          <p:nvPr/>
        </p:nvGrpSpPr>
        <p:grpSpPr>
          <a:xfrm>
            <a:off x="4440619" y="3759946"/>
            <a:ext cx="438497" cy="432080"/>
            <a:chOff x="-64774725" y="1916550"/>
            <a:chExt cx="319000" cy="314400"/>
          </a:xfrm>
        </p:grpSpPr>
        <p:sp>
          <p:nvSpPr>
            <p:cNvPr id="315" name="Google Shape;315;p9"/>
            <p:cNvSpPr/>
            <p:nvPr/>
          </p:nvSpPr>
          <p:spPr>
            <a:xfrm>
              <a:off x="-64774725" y="1916550"/>
              <a:ext cx="319000" cy="314400"/>
            </a:xfrm>
            <a:custGeom>
              <a:avLst/>
              <a:gdLst/>
              <a:ahLst/>
              <a:cxnLst/>
              <a:rect l="l" t="t" r="r" b="b"/>
              <a:pathLst>
                <a:path w="12760" h="12576" extrusionOk="0">
                  <a:moveTo>
                    <a:pt x="11436" y="856"/>
                  </a:moveTo>
                  <a:cubicBezTo>
                    <a:pt x="11562" y="856"/>
                    <a:pt x="11657" y="888"/>
                    <a:pt x="11783" y="951"/>
                  </a:cubicBezTo>
                  <a:cubicBezTo>
                    <a:pt x="11877" y="1077"/>
                    <a:pt x="11940" y="1203"/>
                    <a:pt x="11909" y="1329"/>
                  </a:cubicBezTo>
                  <a:cubicBezTo>
                    <a:pt x="11814" y="2431"/>
                    <a:pt x="11562" y="3440"/>
                    <a:pt x="11090" y="4416"/>
                  </a:cubicBezTo>
                  <a:lnTo>
                    <a:pt x="8317" y="1675"/>
                  </a:lnTo>
                  <a:cubicBezTo>
                    <a:pt x="9263" y="1234"/>
                    <a:pt x="10334" y="951"/>
                    <a:pt x="11436" y="856"/>
                  </a:cubicBezTo>
                  <a:close/>
                  <a:moveTo>
                    <a:pt x="3781" y="4542"/>
                  </a:moveTo>
                  <a:lnTo>
                    <a:pt x="3781" y="4542"/>
                  </a:lnTo>
                  <a:cubicBezTo>
                    <a:pt x="3529" y="4983"/>
                    <a:pt x="3245" y="5456"/>
                    <a:pt x="3056" y="5960"/>
                  </a:cubicBezTo>
                  <a:cubicBezTo>
                    <a:pt x="2878" y="5949"/>
                    <a:pt x="2699" y="5942"/>
                    <a:pt x="2522" y="5942"/>
                  </a:cubicBezTo>
                  <a:cubicBezTo>
                    <a:pt x="2167" y="5942"/>
                    <a:pt x="1817" y="5970"/>
                    <a:pt x="1481" y="6054"/>
                  </a:cubicBezTo>
                  <a:cubicBezTo>
                    <a:pt x="1544" y="5928"/>
                    <a:pt x="1670" y="5802"/>
                    <a:pt x="1733" y="5739"/>
                  </a:cubicBezTo>
                  <a:cubicBezTo>
                    <a:pt x="2331" y="5141"/>
                    <a:pt x="2993" y="4731"/>
                    <a:pt x="3781" y="4542"/>
                  </a:cubicBezTo>
                  <a:close/>
                  <a:moveTo>
                    <a:pt x="7561" y="2022"/>
                  </a:moveTo>
                  <a:lnTo>
                    <a:pt x="10680" y="5141"/>
                  </a:lnTo>
                  <a:cubicBezTo>
                    <a:pt x="9546" y="7157"/>
                    <a:pt x="7687" y="8669"/>
                    <a:pt x="5419" y="9331"/>
                  </a:cubicBezTo>
                  <a:lnTo>
                    <a:pt x="3403" y="7346"/>
                  </a:lnTo>
                  <a:cubicBezTo>
                    <a:pt x="4064" y="5109"/>
                    <a:pt x="5576" y="3219"/>
                    <a:pt x="7561" y="2022"/>
                  </a:cubicBezTo>
                  <a:close/>
                  <a:moveTo>
                    <a:pt x="2899" y="8008"/>
                  </a:moveTo>
                  <a:lnTo>
                    <a:pt x="4789" y="9898"/>
                  </a:lnTo>
                  <a:lnTo>
                    <a:pt x="4316" y="10623"/>
                  </a:lnTo>
                  <a:lnTo>
                    <a:pt x="2142" y="8449"/>
                  </a:lnTo>
                  <a:lnTo>
                    <a:pt x="2899" y="8008"/>
                  </a:lnTo>
                  <a:close/>
                  <a:moveTo>
                    <a:pt x="2363" y="9867"/>
                  </a:moveTo>
                  <a:lnTo>
                    <a:pt x="2899" y="10371"/>
                  </a:lnTo>
                  <a:cubicBezTo>
                    <a:pt x="2741" y="10497"/>
                    <a:pt x="2520" y="10654"/>
                    <a:pt x="2300" y="10780"/>
                  </a:cubicBezTo>
                  <a:cubicBezTo>
                    <a:pt x="1985" y="10969"/>
                    <a:pt x="1733" y="11095"/>
                    <a:pt x="1638" y="11127"/>
                  </a:cubicBezTo>
                  <a:cubicBezTo>
                    <a:pt x="1701" y="10969"/>
                    <a:pt x="1796" y="10780"/>
                    <a:pt x="1985" y="10465"/>
                  </a:cubicBezTo>
                  <a:cubicBezTo>
                    <a:pt x="2142" y="10213"/>
                    <a:pt x="2268" y="10024"/>
                    <a:pt x="2363" y="9867"/>
                  </a:cubicBezTo>
                  <a:close/>
                  <a:moveTo>
                    <a:pt x="8191" y="8984"/>
                  </a:moveTo>
                  <a:lnTo>
                    <a:pt x="8191" y="8984"/>
                  </a:lnTo>
                  <a:cubicBezTo>
                    <a:pt x="7971" y="9867"/>
                    <a:pt x="7467" y="10686"/>
                    <a:pt x="6711" y="11284"/>
                  </a:cubicBezTo>
                  <a:cubicBezTo>
                    <a:pt x="6837" y="10749"/>
                    <a:pt x="6837" y="10245"/>
                    <a:pt x="6774" y="9741"/>
                  </a:cubicBezTo>
                  <a:cubicBezTo>
                    <a:pt x="7309" y="9551"/>
                    <a:pt x="7782" y="9268"/>
                    <a:pt x="8191" y="8984"/>
                  </a:cubicBezTo>
                  <a:close/>
                  <a:moveTo>
                    <a:pt x="11509" y="1"/>
                  </a:moveTo>
                  <a:cubicBezTo>
                    <a:pt x="11474" y="1"/>
                    <a:pt x="11440" y="2"/>
                    <a:pt x="11405" y="6"/>
                  </a:cubicBezTo>
                  <a:cubicBezTo>
                    <a:pt x="10365" y="100"/>
                    <a:pt x="9389" y="321"/>
                    <a:pt x="8412" y="730"/>
                  </a:cubicBezTo>
                  <a:cubicBezTo>
                    <a:pt x="7498" y="1077"/>
                    <a:pt x="6616" y="1644"/>
                    <a:pt x="5797" y="2274"/>
                  </a:cubicBezTo>
                  <a:cubicBezTo>
                    <a:pt x="5324" y="2652"/>
                    <a:pt x="4852" y="3093"/>
                    <a:pt x="4474" y="3566"/>
                  </a:cubicBezTo>
                  <a:cubicBezTo>
                    <a:pt x="3245" y="3629"/>
                    <a:pt x="2048" y="4196"/>
                    <a:pt x="1166" y="5109"/>
                  </a:cubicBezTo>
                  <a:cubicBezTo>
                    <a:pt x="725" y="5519"/>
                    <a:pt x="378" y="6054"/>
                    <a:pt x="95" y="6590"/>
                  </a:cubicBezTo>
                  <a:cubicBezTo>
                    <a:pt x="0" y="6748"/>
                    <a:pt x="63" y="6937"/>
                    <a:pt x="158" y="7063"/>
                  </a:cubicBezTo>
                  <a:cubicBezTo>
                    <a:pt x="252" y="7157"/>
                    <a:pt x="378" y="7189"/>
                    <a:pt x="441" y="7189"/>
                  </a:cubicBezTo>
                  <a:cubicBezTo>
                    <a:pt x="536" y="7189"/>
                    <a:pt x="567" y="7189"/>
                    <a:pt x="630" y="7157"/>
                  </a:cubicBezTo>
                  <a:cubicBezTo>
                    <a:pt x="1198" y="6873"/>
                    <a:pt x="1842" y="6743"/>
                    <a:pt x="2471" y="6743"/>
                  </a:cubicBezTo>
                  <a:cubicBezTo>
                    <a:pt x="2540" y="6743"/>
                    <a:pt x="2609" y="6744"/>
                    <a:pt x="2678" y="6748"/>
                  </a:cubicBezTo>
                  <a:cubicBezTo>
                    <a:pt x="2647" y="6905"/>
                    <a:pt x="2615" y="7031"/>
                    <a:pt x="2584" y="7189"/>
                  </a:cubicBezTo>
                  <a:lnTo>
                    <a:pt x="1229" y="7976"/>
                  </a:lnTo>
                  <a:cubicBezTo>
                    <a:pt x="1008" y="8134"/>
                    <a:pt x="945" y="8449"/>
                    <a:pt x="1166" y="8606"/>
                  </a:cubicBezTo>
                  <a:lnTo>
                    <a:pt x="1733" y="9173"/>
                  </a:lnTo>
                  <a:cubicBezTo>
                    <a:pt x="1544" y="9425"/>
                    <a:pt x="1323" y="9772"/>
                    <a:pt x="1103" y="10119"/>
                  </a:cubicBezTo>
                  <a:cubicBezTo>
                    <a:pt x="945" y="10465"/>
                    <a:pt x="788" y="10717"/>
                    <a:pt x="725" y="10906"/>
                  </a:cubicBezTo>
                  <a:cubicBezTo>
                    <a:pt x="599" y="11316"/>
                    <a:pt x="630" y="11599"/>
                    <a:pt x="851" y="11788"/>
                  </a:cubicBezTo>
                  <a:cubicBezTo>
                    <a:pt x="981" y="11918"/>
                    <a:pt x="1144" y="11961"/>
                    <a:pt x="1320" y="11961"/>
                  </a:cubicBezTo>
                  <a:cubicBezTo>
                    <a:pt x="1443" y="11961"/>
                    <a:pt x="1572" y="11940"/>
                    <a:pt x="1701" y="11914"/>
                  </a:cubicBezTo>
                  <a:cubicBezTo>
                    <a:pt x="1953" y="11820"/>
                    <a:pt x="2174" y="11694"/>
                    <a:pt x="2489" y="11505"/>
                  </a:cubicBezTo>
                  <a:cubicBezTo>
                    <a:pt x="2836" y="11316"/>
                    <a:pt x="3151" y="11095"/>
                    <a:pt x="3434" y="10875"/>
                  </a:cubicBezTo>
                  <a:lnTo>
                    <a:pt x="4033" y="11473"/>
                  </a:lnTo>
                  <a:cubicBezTo>
                    <a:pt x="4116" y="11557"/>
                    <a:pt x="4225" y="11597"/>
                    <a:pt x="4330" y="11597"/>
                  </a:cubicBezTo>
                  <a:cubicBezTo>
                    <a:pt x="4464" y="11597"/>
                    <a:pt x="4593" y="11533"/>
                    <a:pt x="4663" y="11410"/>
                  </a:cubicBezTo>
                  <a:lnTo>
                    <a:pt x="5450" y="10056"/>
                  </a:lnTo>
                  <a:cubicBezTo>
                    <a:pt x="5608" y="10024"/>
                    <a:pt x="5734" y="9993"/>
                    <a:pt x="5892" y="9930"/>
                  </a:cubicBezTo>
                  <a:lnTo>
                    <a:pt x="5892" y="9930"/>
                  </a:lnTo>
                  <a:cubicBezTo>
                    <a:pt x="5923" y="10591"/>
                    <a:pt x="5797" y="11316"/>
                    <a:pt x="5482" y="11977"/>
                  </a:cubicBezTo>
                  <a:cubicBezTo>
                    <a:pt x="5419" y="12135"/>
                    <a:pt x="5450" y="12324"/>
                    <a:pt x="5576" y="12450"/>
                  </a:cubicBezTo>
                  <a:cubicBezTo>
                    <a:pt x="5639" y="12534"/>
                    <a:pt x="5759" y="12576"/>
                    <a:pt x="5878" y="12576"/>
                  </a:cubicBezTo>
                  <a:cubicBezTo>
                    <a:pt x="5937" y="12576"/>
                    <a:pt x="5997" y="12565"/>
                    <a:pt x="6049" y="12544"/>
                  </a:cubicBezTo>
                  <a:cubicBezTo>
                    <a:pt x="6585" y="12261"/>
                    <a:pt x="7089" y="11914"/>
                    <a:pt x="7530" y="11473"/>
                  </a:cubicBezTo>
                  <a:cubicBezTo>
                    <a:pt x="8443" y="10560"/>
                    <a:pt x="8979" y="9394"/>
                    <a:pt x="9074" y="8165"/>
                  </a:cubicBezTo>
                  <a:cubicBezTo>
                    <a:pt x="9546" y="7756"/>
                    <a:pt x="9987" y="7346"/>
                    <a:pt x="10365" y="6811"/>
                  </a:cubicBezTo>
                  <a:cubicBezTo>
                    <a:pt x="11027" y="5991"/>
                    <a:pt x="11562" y="5141"/>
                    <a:pt x="11940" y="4227"/>
                  </a:cubicBezTo>
                  <a:cubicBezTo>
                    <a:pt x="12350" y="3282"/>
                    <a:pt x="12571" y="2242"/>
                    <a:pt x="12665" y="1234"/>
                  </a:cubicBezTo>
                  <a:cubicBezTo>
                    <a:pt x="12760" y="1014"/>
                    <a:pt x="12665" y="636"/>
                    <a:pt x="12382" y="384"/>
                  </a:cubicBezTo>
                  <a:cubicBezTo>
                    <a:pt x="12126" y="128"/>
                    <a:pt x="11820" y="1"/>
                    <a:pt x="115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9"/>
            <p:cNvSpPr/>
            <p:nvPr/>
          </p:nvSpPr>
          <p:spPr>
            <a:xfrm>
              <a:off x="-64636900" y="2010600"/>
              <a:ext cx="89800" cy="82525"/>
            </a:xfrm>
            <a:custGeom>
              <a:avLst/>
              <a:gdLst/>
              <a:ahLst/>
              <a:cxnLst/>
              <a:rect l="l" t="t" r="r" b="b"/>
              <a:pathLst>
                <a:path w="3592" h="3301" extrusionOk="0">
                  <a:moveTo>
                    <a:pt x="1828" y="827"/>
                  </a:moveTo>
                  <a:cubicBezTo>
                    <a:pt x="2048" y="827"/>
                    <a:pt x="2269" y="906"/>
                    <a:pt x="2426" y="1064"/>
                  </a:cubicBezTo>
                  <a:cubicBezTo>
                    <a:pt x="2741" y="1410"/>
                    <a:pt x="2741" y="1914"/>
                    <a:pt x="2426" y="2229"/>
                  </a:cubicBezTo>
                  <a:cubicBezTo>
                    <a:pt x="2269" y="2387"/>
                    <a:pt x="2048" y="2466"/>
                    <a:pt x="1828" y="2466"/>
                  </a:cubicBezTo>
                  <a:cubicBezTo>
                    <a:pt x="1607" y="2466"/>
                    <a:pt x="1387" y="2387"/>
                    <a:pt x="1229" y="2229"/>
                  </a:cubicBezTo>
                  <a:cubicBezTo>
                    <a:pt x="914" y="1914"/>
                    <a:pt x="914" y="1379"/>
                    <a:pt x="1229" y="1064"/>
                  </a:cubicBezTo>
                  <a:cubicBezTo>
                    <a:pt x="1387" y="906"/>
                    <a:pt x="1607" y="827"/>
                    <a:pt x="1828" y="827"/>
                  </a:cubicBezTo>
                  <a:close/>
                  <a:moveTo>
                    <a:pt x="1820" y="0"/>
                  </a:moveTo>
                  <a:cubicBezTo>
                    <a:pt x="1402" y="0"/>
                    <a:pt x="977" y="166"/>
                    <a:pt x="631" y="497"/>
                  </a:cubicBezTo>
                  <a:cubicBezTo>
                    <a:pt x="0" y="1127"/>
                    <a:pt x="0" y="2198"/>
                    <a:pt x="631" y="2828"/>
                  </a:cubicBezTo>
                  <a:cubicBezTo>
                    <a:pt x="946" y="3143"/>
                    <a:pt x="1371" y="3301"/>
                    <a:pt x="1796" y="3301"/>
                  </a:cubicBezTo>
                  <a:cubicBezTo>
                    <a:pt x="2222" y="3301"/>
                    <a:pt x="2647" y="3143"/>
                    <a:pt x="2962" y="2828"/>
                  </a:cubicBezTo>
                  <a:cubicBezTo>
                    <a:pt x="3592" y="2198"/>
                    <a:pt x="3592" y="1127"/>
                    <a:pt x="2962" y="497"/>
                  </a:cubicBezTo>
                  <a:cubicBezTo>
                    <a:pt x="2647" y="166"/>
                    <a:pt x="2237" y="0"/>
                    <a:pt x="18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7" name="Google Shape;317;p9"/>
          <p:cNvGrpSpPr/>
          <p:nvPr/>
        </p:nvGrpSpPr>
        <p:grpSpPr>
          <a:xfrm rot="-614745">
            <a:off x="3058914" y="2957936"/>
            <a:ext cx="403882" cy="401698"/>
            <a:chOff x="-64401400" y="1914475"/>
            <a:chExt cx="319000" cy="317275"/>
          </a:xfrm>
        </p:grpSpPr>
        <p:sp>
          <p:nvSpPr>
            <p:cNvPr id="318" name="Google Shape;318;p9"/>
            <p:cNvSpPr/>
            <p:nvPr/>
          </p:nvSpPr>
          <p:spPr>
            <a:xfrm>
              <a:off x="-64401400" y="1914475"/>
              <a:ext cx="319000" cy="317275"/>
            </a:xfrm>
            <a:custGeom>
              <a:avLst/>
              <a:gdLst/>
              <a:ahLst/>
              <a:cxnLst/>
              <a:rect l="l" t="t" r="r" b="b"/>
              <a:pathLst>
                <a:path w="12760" h="12691" extrusionOk="0">
                  <a:moveTo>
                    <a:pt x="4726" y="1317"/>
                  </a:moveTo>
                  <a:lnTo>
                    <a:pt x="4726" y="2703"/>
                  </a:lnTo>
                  <a:cubicBezTo>
                    <a:pt x="4663" y="2735"/>
                    <a:pt x="4600" y="2829"/>
                    <a:pt x="4569" y="2861"/>
                  </a:cubicBezTo>
                  <a:lnTo>
                    <a:pt x="4065" y="3554"/>
                  </a:lnTo>
                  <a:cubicBezTo>
                    <a:pt x="3970" y="3176"/>
                    <a:pt x="3907" y="2703"/>
                    <a:pt x="3907" y="2388"/>
                  </a:cubicBezTo>
                  <a:cubicBezTo>
                    <a:pt x="3876" y="1947"/>
                    <a:pt x="3970" y="1632"/>
                    <a:pt x="4222" y="1475"/>
                  </a:cubicBezTo>
                  <a:cubicBezTo>
                    <a:pt x="4348" y="1349"/>
                    <a:pt x="4537" y="1317"/>
                    <a:pt x="4726" y="1317"/>
                  </a:cubicBezTo>
                  <a:close/>
                  <a:moveTo>
                    <a:pt x="7046" y="813"/>
                  </a:moveTo>
                  <a:cubicBezTo>
                    <a:pt x="7507" y="813"/>
                    <a:pt x="7937" y="916"/>
                    <a:pt x="8286" y="1128"/>
                  </a:cubicBezTo>
                  <a:cubicBezTo>
                    <a:pt x="8759" y="1412"/>
                    <a:pt x="8979" y="1821"/>
                    <a:pt x="8948" y="2420"/>
                  </a:cubicBezTo>
                  <a:cubicBezTo>
                    <a:pt x="8948" y="2703"/>
                    <a:pt x="8853" y="3113"/>
                    <a:pt x="8790" y="3554"/>
                  </a:cubicBezTo>
                  <a:lnTo>
                    <a:pt x="8286" y="2861"/>
                  </a:lnTo>
                  <a:cubicBezTo>
                    <a:pt x="8066" y="2609"/>
                    <a:pt x="7814" y="2451"/>
                    <a:pt x="7499" y="2451"/>
                  </a:cubicBezTo>
                  <a:lnTo>
                    <a:pt x="5514" y="2451"/>
                  </a:lnTo>
                  <a:lnTo>
                    <a:pt x="5514" y="1160"/>
                  </a:lnTo>
                  <a:cubicBezTo>
                    <a:pt x="6020" y="931"/>
                    <a:pt x="6551" y="813"/>
                    <a:pt x="7046" y="813"/>
                  </a:cubicBezTo>
                  <a:close/>
                  <a:moveTo>
                    <a:pt x="7530" y="3334"/>
                  </a:moveTo>
                  <a:cubicBezTo>
                    <a:pt x="7562" y="3334"/>
                    <a:pt x="7593" y="3365"/>
                    <a:pt x="7656" y="3365"/>
                  </a:cubicBezTo>
                  <a:lnTo>
                    <a:pt x="8601" y="4657"/>
                  </a:lnTo>
                  <a:cubicBezTo>
                    <a:pt x="8444" y="5917"/>
                    <a:pt x="7688" y="7177"/>
                    <a:pt x="6427" y="7177"/>
                  </a:cubicBezTo>
                  <a:cubicBezTo>
                    <a:pt x="5167" y="7177"/>
                    <a:pt x="4411" y="5980"/>
                    <a:pt x="4254" y="4657"/>
                  </a:cubicBezTo>
                  <a:lnTo>
                    <a:pt x="5199" y="3365"/>
                  </a:lnTo>
                  <a:cubicBezTo>
                    <a:pt x="5230" y="3334"/>
                    <a:pt x="5293" y="3334"/>
                    <a:pt x="5325" y="3334"/>
                  </a:cubicBezTo>
                  <a:close/>
                  <a:moveTo>
                    <a:pt x="5199" y="7681"/>
                  </a:moveTo>
                  <a:cubicBezTo>
                    <a:pt x="5608" y="7902"/>
                    <a:pt x="5986" y="8028"/>
                    <a:pt x="6427" y="8028"/>
                  </a:cubicBezTo>
                  <a:cubicBezTo>
                    <a:pt x="6869" y="8028"/>
                    <a:pt x="7310" y="7902"/>
                    <a:pt x="7688" y="7713"/>
                  </a:cubicBezTo>
                  <a:lnTo>
                    <a:pt x="7688" y="7807"/>
                  </a:lnTo>
                  <a:cubicBezTo>
                    <a:pt x="7688" y="8028"/>
                    <a:pt x="7719" y="8185"/>
                    <a:pt x="7814" y="8343"/>
                  </a:cubicBezTo>
                  <a:lnTo>
                    <a:pt x="6427" y="9634"/>
                  </a:lnTo>
                  <a:lnTo>
                    <a:pt x="5073" y="8280"/>
                  </a:lnTo>
                  <a:cubicBezTo>
                    <a:pt x="5167" y="8122"/>
                    <a:pt x="5199" y="7965"/>
                    <a:pt x="5199" y="7776"/>
                  </a:cubicBezTo>
                  <a:lnTo>
                    <a:pt x="5199" y="7681"/>
                  </a:lnTo>
                  <a:close/>
                  <a:moveTo>
                    <a:pt x="4537" y="8878"/>
                  </a:moveTo>
                  <a:lnTo>
                    <a:pt x="5829" y="10170"/>
                  </a:lnTo>
                  <a:lnTo>
                    <a:pt x="5230" y="10769"/>
                  </a:lnTo>
                  <a:lnTo>
                    <a:pt x="4065" y="9036"/>
                  </a:lnTo>
                  <a:cubicBezTo>
                    <a:pt x="4222" y="9036"/>
                    <a:pt x="4380" y="9004"/>
                    <a:pt x="4537" y="8878"/>
                  </a:cubicBezTo>
                  <a:close/>
                  <a:moveTo>
                    <a:pt x="8318" y="8878"/>
                  </a:moveTo>
                  <a:cubicBezTo>
                    <a:pt x="8475" y="8973"/>
                    <a:pt x="8633" y="9036"/>
                    <a:pt x="8790" y="9036"/>
                  </a:cubicBezTo>
                  <a:lnTo>
                    <a:pt x="7593" y="10769"/>
                  </a:lnTo>
                  <a:lnTo>
                    <a:pt x="7026" y="10170"/>
                  </a:lnTo>
                  <a:lnTo>
                    <a:pt x="8318" y="8878"/>
                  </a:lnTo>
                  <a:close/>
                  <a:moveTo>
                    <a:pt x="10460" y="9067"/>
                  </a:moveTo>
                  <a:cubicBezTo>
                    <a:pt x="11279" y="9067"/>
                    <a:pt x="11941" y="9760"/>
                    <a:pt x="11941" y="10580"/>
                  </a:cubicBezTo>
                  <a:lnTo>
                    <a:pt x="11941" y="11840"/>
                  </a:lnTo>
                  <a:lnTo>
                    <a:pt x="7814" y="11840"/>
                  </a:lnTo>
                  <a:cubicBezTo>
                    <a:pt x="7908" y="11808"/>
                    <a:pt x="8003" y="11745"/>
                    <a:pt x="8034" y="11682"/>
                  </a:cubicBezTo>
                  <a:lnTo>
                    <a:pt x="9798" y="9067"/>
                  </a:lnTo>
                  <a:close/>
                  <a:moveTo>
                    <a:pt x="3088" y="9067"/>
                  </a:moveTo>
                  <a:lnTo>
                    <a:pt x="4852" y="11651"/>
                  </a:lnTo>
                  <a:cubicBezTo>
                    <a:pt x="4915" y="11745"/>
                    <a:pt x="5041" y="11808"/>
                    <a:pt x="5167" y="11840"/>
                  </a:cubicBezTo>
                  <a:lnTo>
                    <a:pt x="5199" y="11840"/>
                  </a:lnTo>
                  <a:cubicBezTo>
                    <a:pt x="5325" y="11840"/>
                    <a:pt x="5419" y="11808"/>
                    <a:pt x="5482" y="11714"/>
                  </a:cubicBezTo>
                  <a:lnTo>
                    <a:pt x="6427" y="10769"/>
                  </a:lnTo>
                  <a:lnTo>
                    <a:pt x="7404" y="11745"/>
                  </a:lnTo>
                  <a:cubicBezTo>
                    <a:pt x="7436" y="11777"/>
                    <a:pt x="7530" y="11840"/>
                    <a:pt x="7593" y="11871"/>
                  </a:cubicBezTo>
                  <a:lnTo>
                    <a:pt x="914" y="11871"/>
                  </a:lnTo>
                  <a:lnTo>
                    <a:pt x="914" y="11840"/>
                  </a:lnTo>
                  <a:lnTo>
                    <a:pt x="914" y="10580"/>
                  </a:lnTo>
                  <a:cubicBezTo>
                    <a:pt x="914" y="9760"/>
                    <a:pt x="1576" y="9067"/>
                    <a:pt x="2395" y="9067"/>
                  </a:cubicBezTo>
                  <a:close/>
                  <a:moveTo>
                    <a:pt x="7043" y="1"/>
                  </a:moveTo>
                  <a:cubicBezTo>
                    <a:pt x="6380" y="1"/>
                    <a:pt x="5673" y="166"/>
                    <a:pt x="5010" y="498"/>
                  </a:cubicBezTo>
                  <a:cubicBezTo>
                    <a:pt x="4898" y="477"/>
                    <a:pt x="4788" y="467"/>
                    <a:pt x="4680" y="467"/>
                  </a:cubicBezTo>
                  <a:cubicBezTo>
                    <a:pt x="4300" y="467"/>
                    <a:pt x="3942" y="592"/>
                    <a:pt x="3624" y="813"/>
                  </a:cubicBezTo>
                  <a:cubicBezTo>
                    <a:pt x="3308" y="1034"/>
                    <a:pt x="2962" y="1506"/>
                    <a:pt x="2962" y="2388"/>
                  </a:cubicBezTo>
                  <a:cubicBezTo>
                    <a:pt x="2962" y="3144"/>
                    <a:pt x="3277" y="4405"/>
                    <a:pt x="3340" y="4625"/>
                  </a:cubicBezTo>
                  <a:cubicBezTo>
                    <a:pt x="3466" y="5570"/>
                    <a:pt x="3781" y="6389"/>
                    <a:pt x="4285" y="6988"/>
                  </a:cubicBezTo>
                  <a:lnTo>
                    <a:pt x="4285" y="7744"/>
                  </a:lnTo>
                  <a:cubicBezTo>
                    <a:pt x="4285" y="8028"/>
                    <a:pt x="4065" y="8248"/>
                    <a:pt x="3781" y="8248"/>
                  </a:cubicBezTo>
                  <a:lnTo>
                    <a:pt x="2332" y="8248"/>
                  </a:lnTo>
                  <a:cubicBezTo>
                    <a:pt x="1072" y="8248"/>
                    <a:pt x="0" y="9288"/>
                    <a:pt x="0" y="10580"/>
                  </a:cubicBezTo>
                  <a:lnTo>
                    <a:pt x="0" y="12281"/>
                  </a:lnTo>
                  <a:cubicBezTo>
                    <a:pt x="0" y="12501"/>
                    <a:pt x="189" y="12690"/>
                    <a:pt x="410" y="12690"/>
                  </a:cubicBezTo>
                  <a:lnTo>
                    <a:pt x="12256" y="12690"/>
                  </a:lnTo>
                  <a:cubicBezTo>
                    <a:pt x="12508" y="12690"/>
                    <a:pt x="12697" y="12501"/>
                    <a:pt x="12697" y="12281"/>
                  </a:cubicBezTo>
                  <a:lnTo>
                    <a:pt x="12697" y="10580"/>
                  </a:lnTo>
                  <a:cubicBezTo>
                    <a:pt x="12760" y="9319"/>
                    <a:pt x="11689" y="8248"/>
                    <a:pt x="10429" y="8248"/>
                  </a:cubicBezTo>
                  <a:lnTo>
                    <a:pt x="8979" y="8248"/>
                  </a:lnTo>
                  <a:cubicBezTo>
                    <a:pt x="8696" y="8248"/>
                    <a:pt x="8475" y="8028"/>
                    <a:pt x="8475" y="7744"/>
                  </a:cubicBezTo>
                  <a:lnTo>
                    <a:pt x="8475" y="6957"/>
                  </a:lnTo>
                  <a:cubicBezTo>
                    <a:pt x="8979" y="6358"/>
                    <a:pt x="9294" y="5539"/>
                    <a:pt x="9389" y="4625"/>
                  </a:cubicBezTo>
                  <a:cubicBezTo>
                    <a:pt x="9546" y="4121"/>
                    <a:pt x="9735" y="3050"/>
                    <a:pt x="9767" y="2420"/>
                  </a:cubicBezTo>
                  <a:cubicBezTo>
                    <a:pt x="9767" y="1538"/>
                    <a:pt x="9420" y="845"/>
                    <a:pt x="8664" y="404"/>
                  </a:cubicBezTo>
                  <a:cubicBezTo>
                    <a:pt x="8202" y="135"/>
                    <a:pt x="7640" y="1"/>
                    <a:pt x="70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9"/>
            <p:cNvSpPr/>
            <p:nvPr/>
          </p:nvSpPr>
          <p:spPr>
            <a:xfrm>
              <a:off x="-64172200" y="2175800"/>
              <a:ext cx="48850" cy="22075"/>
            </a:xfrm>
            <a:custGeom>
              <a:avLst/>
              <a:gdLst/>
              <a:ahLst/>
              <a:cxnLst/>
              <a:rect l="l" t="t" r="r" b="b"/>
              <a:pathLst>
                <a:path w="1954" h="883" extrusionOk="0">
                  <a:moveTo>
                    <a:pt x="410" y="1"/>
                  </a:moveTo>
                  <a:cubicBezTo>
                    <a:pt x="158" y="1"/>
                    <a:pt x="0" y="190"/>
                    <a:pt x="0" y="442"/>
                  </a:cubicBezTo>
                  <a:cubicBezTo>
                    <a:pt x="0" y="662"/>
                    <a:pt x="221" y="883"/>
                    <a:pt x="410" y="883"/>
                  </a:cubicBezTo>
                  <a:lnTo>
                    <a:pt x="1513" y="883"/>
                  </a:lnTo>
                  <a:cubicBezTo>
                    <a:pt x="1765" y="883"/>
                    <a:pt x="1891" y="662"/>
                    <a:pt x="1891" y="442"/>
                  </a:cubicBezTo>
                  <a:cubicBezTo>
                    <a:pt x="1954" y="190"/>
                    <a:pt x="1733" y="1"/>
                    <a:pt x="151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9"/>
            <p:cNvSpPr/>
            <p:nvPr/>
          </p:nvSpPr>
          <p:spPr>
            <a:xfrm>
              <a:off x="-64212375" y="2210450"/>
              <a:ext cx="5525" cy="25"/>
            </a:xfrm>
            <a:custGeom>
              <a:avLst/>
              <a:gdLst/>
              <a:ahLst/>
              <a:cxnLst/>
              <a:rect l="l" t="t" r="r" b="b"/>
              <a:pathLst>
                <a:path w="221" h="1" extrusionOk="0">
                  <a:moveTo>
                    <a:pt x="1" y="1"/>
                  </a:moveTo>
                  <a:lnTo>
                    <a:pt x="221" y="1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1" name="Google Shape;321;p9"/>
          <p:cNvSpPr/>
          <p:nvPr/>
        </p:nvSpPr>
        <p:spPr>
          <a:xfrm rot="611820">
            <a:off x="5666139" y="2840713"/>
            <a:ext cx="403780" cy="403748"/>
          </a:xfrm>
          <a:custGeom>
            <a:avLst/>
            <a:gdLst/>
            <a:ahLst/>
            <a:cxnLst/>
            <a:rect l="l" t="t" r="r" b="b"/>
            <a:pathLst>
              <a:path w="12635" h="12634" extrusionOk="0">
                <a:moveTo>
                  <a:pt x="6302" y="2741"/>
                </a:moveTo>
                <a:cubicBezTo>
                  <a:pt x="6774" y="2741"/>
                  <a:pt x="7152" y="3087"/>
                  <a:pt x="7152" y="3560"/>
                </a:cubicBezTo>
                <a:cubicBezTo>
                  <a:pt x="7152" y="4033"/>
                  <a:pt x="6774" y="4411"/>
                  <a:pt x="6302" y="4411"/>
                </a:cubicBezTo>
                <a:cubicBezTo>
                  <a:pt x="5861" y="4411"/>
                  <a:pt x="5483" y="4033"/>
                  <a:pt x="5483" y="3560"/>
                </a:cubicBezTo>
                <a:cubicBezTo>
                  <a:pt x="5483" y="3087"/>
                  <a:pt x="5829" y="2741"/>
                  <a:pt x="6302" y="2741"/>
                </a:cubicBezTo>
                <a:close/>
                <a:moveTo>
                  <a:pt x="11910" y="819"/>
                </a:moveTo>
                <a:lnTo>
                  <a:pt x="11910" y="5230"/>
                </a:lnTo>
                <a:lnTo>
                  <a:pt x="8161" y="5230"/>
                </a:lnTo>
                <a:cubicBezTo>
                  <a:pt x="7972" y="5041"/>
                  <a:pt x="7751" y="4820"/>
                  <a:pt x="7530" y="4726"/>
                </a:cubicBezTo>
                <a:cubicBezTo>
                  <a:pt x="7814" y="4411"/>
                  <a:pt x="8003" y="4001"/>
                  <a:pt x="8003" y="3560"/>
                </a:cubicBezTo>
                <a:cubicBezTo>
                  <a:pt x="8003" y="2678"/>
                  <a:pt x="7247" y="1922"/>
                  <a:pt x="6333" y="1922"/>
                </a:cubicBezTo>
                <a:cubicBezTo>
                  <a:pt x="5451" y="1922"/>
                  <a:pt x="4695" y="2678"/>
                  <a:pt x="4695" y="3560"/>
                </a:cubicBezTo>
                <a:cubicBezTo>
                  <a:pt x="4695" y="4001"/>
                  <a:pt x="4853" y="4411"/>
                  <a:pt x="5168" y="4726"/>
                </a:cubicBezTo>
                <a:cubicBezTo>
                  <a:pt x="4916" y="4820"/>
                  <a:pt x="4695" y="5041"/>
                  <a:pt x="4537" y="5230"/>
                </a:cubicBezTo>
                <a:lnTo>
                  <a:pt x="883" y="5230"/>
                </a:lnTo>
                <a:lnTo>
                  <a:pt x="883" y="819"/>
                </a:lnTo>
                <a:close/>
                <a:moveTo>
                  <a:pt x="6302" y="5230"/>
                </a:moveTo>
                <a:cubicBezTo>
                  <a:pt x="7215" y="5230"/>
                  <a:pt x="7972" y="5986"/>
                  <a:pt x="7972" y="6868"/>
                </a:cubicBezTo>
                <a:lnTo>
                  <a:pt x="4664" y="6868"/>
                </a:lnTo>
                <a:cubicBezTo>
                  <a:pt x="4664" y="5986"/>
                  <a:pt x="5388" y="5230"/>
                  <a:pt x="6302" y="5230"/>
                </a:cubicBezTo>
                <a:close/>
                <a:moveTo>
                  <a:pt x="8287" y="7719"/>
                </a:moveTo>
                <a:lnTo>
                  <a:pt x="7593" y="11846"/>
                </a:lnTo>
                <a:lnTo>
                  <a:pt x="5010" y="11846"/>
                </a:lnTo>
                <a:lnTo>
                  <a:pt x="4285" y="7719"/>
                </a:lnTo>
                <a:close/>
                <a:moveTo>
                  <a:pt x="410" y="0"/>
                </a:moveTo>
                <a:cubicBezTo>
                  <a:pt x="158" y="0"/>
                  <a:pt x="1" y="189"/>
                  <a:pt x="1" y="378"/>
                </a:cubicBezTo>
                <a:lnTo>
                  <a:pt x="1" y="5608"/>
                </a:lnTo>
                <a:cubicBezTo>
                  <a:pt x="1" y="5860"/>
                  <a:pt x="190" y="6017"/>
                  <a:pt x="410" y="6017"/>
                </a:cubicBezTo>
                <a:lnTo>
                  <a:pt x="3970" y="6017"/>
                </a:lnTo>
                <a:cubicBezTo>
                  <a:pt x="3907" y="6301"/>
                  <a:pt x="3813" y="6553"/>
                  <a:pt x="3813" y="6837"/>
                </a:cubicBezTo>
                <a:lnTo>
                  <a:pt x="2994" y="6837"/>
                </a:lnTo>
                <a:cubicBezTo>
                  <a:pt x="2773" y="6837"/>
                  <a:pt x="2616" y="7026"/>
                  <a:pt x="2616" y="7246"/>
                </a:cubicBezTo>
                <a:cubicBezTo>
                  <a:pt x="2616" y="7467"/>
                  <a:pt x="2805" y="7656"/>
                  <a:pt x="2994" y="7656"/>
                </a:cubicBezTo>
                <a:lnTo>
                  <a:pt x="3466" y="7656"/>
                </a:lnTo>
                <a:lnTo>
                  <a:pt x="4254" y="12255"/>
                </a:lnTo>
                <a:cubicBezTo>
                  <a:pt x="4285" y="12476"/>
                  <a:pt x="4443" y="12633"/>
                  <a:pt x="4664" y="12633"/>
                </a:cubicBezTo>
                <a:lnTo>
                  <a:pt x="7972" y="12633"/>
                </a:lnTo>
                <a:cubicBezTo>
                  <a:pt x="8161" y="12633"/>
                  <a:pt x="8350" y="12476"/>
                  <a:pt x="8350" y="12255"/>
                </a:cubicBezTo>
                <a:lnTo>
                  <a:pt x="9137" y="7656"/>
                </a:lnTo>
                <a:lnTo>
                  <a:pt x="9610" y="7656"/>
                </a:lnTo>
                <a:cubicBezTo>
                  <a:pt x="9862" y="7656"/>
                  <a:pt x="10019" y="7467"/>
                  <a:pt x="10019" y="7215"/>
                </a:cubicBezTo>
                <a:cubicBezTo>
                  <a:pt x="10019" y="6994"/>
                  <a:pt x="9799" y="6837"/>
                  <a:pt x="9610" y="6837"/>
                </a:cubicBezTo>
                <a:lnTo>
                  <a:pt x="8791" y="6837"/>
                </a:lnTo>
                <a:cubicBezTo>
                  <a:pt x="8791" y="6553"/>
                  <a:pt x="8759" y="6269"/>
                  <a:pt x="8633" y="6017"/>
                </a:cubicBezTo>
                <a:lnTo>
                  <a:pt x="12225" y="6017"/>
                </a:lnTo>
                <a:cubicBezTo>
                  <a:pt x="12445" y="6017"/>
                  <a:pt x="12603" y="5797"/>
                  <a:pt x="12603" y="5608"/>
                </a:cubicBezTo>
                <a:lnTo>
                  <a:pt x="12603" y="378"/>
                </a:lnTo>
                <a:cubicBezTo>
                  <a:pt x="12634" y="189"/>
                  <a:pt x="12445" y="0"/>
                  <a:pt x="1225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2" name="Google Shape;322;p9"/>
          <p:cNvGrpSpPr/>
          <p:nvPr/>
        </p:nvGrpSpPr>
        <p:grpSpPr>
          <a:xfrm rot="1521553">
            <a:off x="4851352" y="1486427"/>
            <a:ext cx="382531" cy="398312"/>
            <a:chOff x="-60254550" y="1938025"/>
            <a:chExt cx="317425" cy="318925"/>
          </a:xfrm>
        </p:grpSpPr>
        <p:sp>
          <p:nvSpPr>
            <p:cNvPr id="323" name="Google Shape;323;p9"/>
            <p:cNvSpPr/>
            <p:nvPr/>
          </p:nvSpPr>
          <p:spPr>
            <a:xfrm>
              <a:off x="-60254550" y="2049000"/>
              <a:ext cx="317425" cy="207950"/>
            </a:xfrm>
            <a:custGeom>
              <a:avLst/>
              <a:gdLst/>
              <a:ahLst/>
              <a:cxnLst/>
              <a:rect l="l" t="t" r="r" b="b"/>
              <a:pathLst>
                <a:path w="12697" h="8318" extrusionOk="0">
                  <a:moveTo>
                    <a:pt x="10428" y="1639"/>
                  </a:moveTo>
                  <a:cubicBezTo>
                    <a:pt x="11184" y="1639"/>
                    <a:pt x="11814" y="2269"/>
                    <a:pt x="11814" y="3025"/>
                  </a:cubicBezTo>
                  <a:cubicBezTo>
                    <a:pt x="11814" y="3781"/>
                    <a:pt x="11184" y="4411"/>
                    <a:pt x="10428" y="4411"/>
                  </a:cubicBezTo>
                  <a:lnTo>
                    <a:pt x="9767" y="4411"/>
                  </a:lnTo>
                  <a:cubicBezTo>
                    <a:pt x="9861" y="4033"/>
                    <a:pt x="9893" y="3686"/>
                    <a:pt x="9893" y="3308"/>
                  </a:cubicBezTo>
                  <a:lnTo>
                    <a:pt x="9893" y="1639"/>
                  </a:lnTo>
                  <a:close/>
                  <a:moveTo>
                    <a:pt x="9073" y="819"/>
                  </a:moveTo>
                  <a:lnTo>
                    <a:pt x="9073" y="3308"/>
                  </a:lnTo>
                  <a:cubicBezTo>
                    <a:pt x="9073" y="5577"/>
                    <a:pt x="7215" y="7435"/>
                    <a:pt x="4915" y="7435"/>
                  </a:cubicBezTo>
                  <a:cubicBezTo>
                    <a:pt x="2646" y="7435"/>
                    <a:pt x="788" y="5577"/>
                    <a:pt x="788" y="3308"/>
                  </a:cubicBezTo>
                  <a:lnTo>
                    <a:pt x="788" y="819"/>
                  </a:lnTo>
                  <a:close/>
                  <a:moveTo>
                    <a:pt x="410" y="0"/>
                  </a:moveTo>
                  <a:cubicBezTo>
                    <a:pt x="158" y="0"/>
                    <a:pt x="0" y="189"/>
                    <a:pt x="0" y="441"/>
                  </a:cubicBezTo>
                  <a:lnTo>
                    <a:pt x="0" y="3308"/>
                  </a:lnTo>
                  <a:cubicBezTo>
                    <a:pt x="0" y="5041"/>
                    <a:pt x="882" y="6522"/>
                    <a:pt x="2205" y="7435"/>
                  </a:cubicBezTo>
                  <a:lnTo>
                    <a:pt x="410" y="7435"/>
                  </a:lnTo>
                  <a:cubicBezTo>
                    <a:pt x="158" y="7435"/>
                    <a:pt x="0" y="7624"/>
                    <a:pt x="0" y="7877"/>
                  </a:cubicBezTo>
                  <a:cubicBezTo>
                    <a:pt x="0" y="8097"/>
                    <a:pt x="189" y="8318"/>
                    <a:pt x="410" y="8318"/>
                  </a:cubicBezTo>
                  <a:lnTo>
                    <a:pt x="9483" y="8318"/>
                  </a:lnTo>
                  <a:cubicBezTo>
                    <a:pt x="9735" y="8318"/>
                    <a:pt x="9893" y="8097"/>
                    <a:pt x="9893" y="7877"/>
                  </a:cubicBezTo>
                  <a:cubicBezTo>
                    <a:pt x="9893" y="7624"/>
                    <a:pt x="9704" y="7435"/>
                    <a:pt x="9483" y="7435"/>
                  </a:cubicBezTo>
                  <a:lnTo>
                    <a:pt x="7687" y="7435"/>
                  </a:lnTo>
                  <a:cubicBezTo>
                    <a:pt x="8506" y="6900"/>
                    <a:pt x="9137" y="6144"/>
                    <a:pt x="9546" y="5230"/>
                  </a:cubicBezTo>
                  <a:lnTo>
                    <a:pt x="10491" y="5230"/>
                  </a:lnTo>
                  <a:cubicBezTo>
                    <a:pt x="11688" y="5230"/>
                    <a:pt x="12697" y="4253"/>
                    <a:pt x="12697" y="3025"/>
                  </a:cubicBezTo>
                  <a:cubicBezTo>
                    <a:pt x="12697" y="1796"/>
                    <a:pt x="11657" y="819"/>
                    <a:pt x="10428" y="819"/>
                  </a:cubicBezTo>
                  <a:lnTo>
                    <a:pt x="9893" y="819"/>
                  </a:lnTo>
                  <a:lnTo>
                    <a:pt x="9893" y="441"/>
                  </a:lnTo>
                  <a:cubicBezTo>
                    <a:pt x="9893" y="189"/>
                    <a:pt x="9704" y="0"/>
                    <a:pt x="94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9"/>
            <p:cNvSpPr/>
            <p:nvPr/>
          </p:nvSpPr>
          <p:spPr>
            <a:xfrm>
              <a:off x="-60219125" y="1938025"/>
              <a:ext cx="51225" cy="103625"/>
            </a:xfrm>
            <a:custGeom>
              <a:avLst/>
              <a:gdLst/>
              <a:ahLst/>
              <a:cxnLst/>
              <a:rect l="l" t="t" r="r" b="b"/>
              <a:pathLst>
                <a:path w="2049" h="4145" extrusionOk="0">
                  <a:moveTo>
                    <a:pt x="1068" y="0"/>
                  </a:moveTo>
                  <a:cubicBezTo>
                    <a:pt x="947" y="0"/>
                    <a:pt x="819" y="61"/>
                    <a:pt x="725" y="155"/>
                  </a:cubicBezTo>
                  <a:cubicBezTo>
                    <a:pt x="568" y="312"/>
                    <a:pt x="568" y="564"/>
                    <a:pt x="757" y="722"/>
                  </a:cubicBezTo>
                  <a:cubicBezTo>
                    <a:pt x="1103" y="1100"/>
                    <a:pt x="1103" y="1446"/>
                    <a:pt x="757" y="1761"/>
                  </a:cubicBezTo>
                  <a:cubicBezTo>
                    <a:pt x="32" y="2392"/>
                    <a:pt x="1" y="3368"/>
                    <a:pt x="757" y="4030"/>
                  </a:cubicBezTo>
                  <a:cubicBezTo>
                    <a:pt x="832" y="4105"/>
                    <a:pt x="936" y="4144"/>
                    <a:pt x="1041" y="4144"/>
                  </a:cubicBezTo>
                  <a:cubicBezTo>
                    <a:pt x="1156" y="4144"/>
                    <a:pt x="1273" y="4097"/>
                    <a:pt x="1356" y="3998"/>
                  </a:cubicBezTo>
                  <a:cubicBezTo>
                    <a:pt x="1513" y="3841"/>
                    <a:pt x="1513" y="3557"/>
                    <a:pt x="1292" y="3400"/>
                  </a:cubicBezTo>
                  <a:cubicBezTo>
                    <a:pt x="946" y="3085"/>
                    <a:pt x="946" y="2707"/>
                    <a:pt x="1292" y="2392"/>
                  </a:cubicBezTo>
                  <a:cubicBezTo>
                    <a:pt x="2017" y="1761"/>
                    <a:pt x="2049" y="785"/>
                    <a:pt x="1292" y="92"/>
                  </a:cubicBezTo>
                  <a:cubicBezTo>
                    <a:pt x="1229" y="28"/>
                    <a:pt x="1150" y="0"/>
                    <a:pt x="10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9"/>
            <p:cNvSpPr/>
            <p:nvPr/>
          </p:nvSpPr>
          <p:spPr>
            <a:xfrm>
              <a:off x="-60156900" y="1938025"/>
              <a:ext cx="51225" cy="103625"/>
            </a:xfrm>
            <a:custGeom>
              <a:avLst/>
              <a:gdLst/>
              <a:ahLst/>
              <a:cxnLst/>
              <a:rect l="l" t="t" r="r" b="b"/>
              <a:pathLst>
                <a:path w="2049" h="4145" extrusionOk="0">
                  <a:moveTo>
                    <a:pt x="1057" y="0"/>
                  </a:moveTo>
                  <a:cubicBezTo>
                    <a:pt x="926" y="0"/>
                    <a:pt x="788" y="61"/>
                    <a:pt x="694" y="155"/>
                  </a:cubicBezTo>
                  <a:cubicBezTo>
                    <a:pt x="536" y="312"/>
                    <a:pt x="536" y="564"/>
                    <a:pt x="757" y="722"/>
                  </a:cubicBezTo>
                  <a:cubicBezTo>
                    <a:pt x="1103" y="1100"/>
                    <a:pt x="1103" y="1446"/>
                    <a:pt x="757" y="1761"/>
                  </a:cubicBezTo>
                  <a:cubicBezTo>
                    <a:pt x="32" y="2392"/>
                    <a:pt x="1" y="3368"/>
                    <a:pt x="757" y="4030"/>
                  </a:cubicBezTo>
                  <a:cubicBezTo>
                    <a:pt x="832" y="4105"/>
                    <a:pt x="929" y="4144"/>
                    <a:pt x="1026" y="4144"/>
                  </a:cubicBezTo>
                  <a:cubicBezTo>
                    <a:pt x="1133" y="4144"/>
                    <a:pt x="1242" y="4097"/>
                    <a:pt x="1324" y="3998"/>
                  </a:cubicBezTo>
                  <a:cubicBezTo>
                    <a:pt x="1859" y="3463"/>
                    <a:pt x="473" y="3179"/>
                    <a:pt x="1292" y="2392"/>
                  </a:cubicBezTo>
                  <a:cubicBezTo>
                    <a:pt x="2017" y="1761"/>
                    <a:pt x="2049" y="785"/>
                    <a:pt x="1292" y="92"/>
                  </a:cubicBezTo>
                  <a:cubicBezTo>
                    <a:pt x="1229" y="28"/>
                    <a:pt x="1145" y="0"/>
                    <a:pt x="10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9"/>
            <p:cNvSpPr/>
            <p:nvPr/>
          </p:nvSpPr>
          <p:spPr>
            <a:xfrm>
              <a:off x="-60094675" y="1938025"/>
              <a:ext cx="51225" cy="103625"/>
            </a:xfrm>
            <a:custGeom>
              <a:avLst/>
              <a:gdLst/>
              <a:ahLst/>
              <a:cxnLst/>
              <a:rect l="l" t="t" r="r" b="b"/>
              <a:pathLst>
                <a:path w="2049" h="4145" extrusionOk="0">
                  <a:moveTo>
                    <a:pt x="1056" y="0"/>
                  </a:moveTo>
                  <a:cubicBezTo>
                    <a:pt x="926" y="0"/>
                    <a:pt x="788" y="61"/>
                    <a:pt x="694" y="155"/>
                  </a:cubicBezTo>
                  <a:cubicBezTo>
                    <a:pt x="536" y="312"/>
                    <a:pt x="536" y="564"/>
                    <a:pt x="725" y="722"/>
                  </a:cubicBezTo>
                  <a:cubicBezTo>
                    <a:pt x="1103" y="1100"/>
                    <a:pt x="1103" y="1446"/>
                    <a:pt x="725" y="1761"/>
                  </a:cubicBezTo>
                  <a:cubicBezTo>
                    <a:pt x="32" y="2392"/>
                    <a:pt x="1" y="3368"/>
                    <a:pt x="725" y="4030"/>
                  </a:cubicBezTo>
                  <a:cubicBezTo>
                    <a:pt x="800" y="4105"/>
                    <a:pt x="904" y="4144"/>
                    <a:pt x="1009" y="4144"/>
                  </a:cubicBezTo>
                  <a:cubicBezTo>
                    <a:pt x="1125" y="4144"/>
                    <a:pt x="1241" y="4097"/>
                    <a:pt x="1324" y="3998"/>
                  </a:cubicBezTo>
                  <a:cubicBezTo>
                    <a:pt x="1481" y="3841"/>
                    <a:pt x="1481" y="3557"/>
                    <a:pt x="1292" y="3400"/>
                  </a:cubicBezTo>
                  <a:cubicBezTo>
                    <a:pt x="946" y="3085"/>
                    <a:pt x="946" y="2707"/>
                    <a:pt x="1292" y="2392"/>
                  </a:cubicBezTo>
                  <a:cubicBezTo>
                    <a:pt x="1985" y="1761"/>
                    <a:pt x="2048" y="785"/>
                    <a:pt x="1292" y="92"/>
                  </a:cubicBezTo>
                  <a:cubicBezTo>
                    <a:pt x="1229" y="28"/>
                    <a:pt x="1145" y="0"/>
                    <a:pt x="10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7" name="Google Shape;327;p9"/>
          <p:cNvSpPr txBox="1"/>
          <p:nvPr/>
        </p:nvSpPr>
        <p:spPr>
          <a:xfrm>
            <a:off x="2548478" y="4043829"/>
            <a:ext cx="21423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rPr>
              <a:t>Semanas 5-6</a:t>
            </a:r>
            <a:endParaRPr sz="2000" b="0" i="0" u="none" strike="noStrike" cap="none">
              <a:solidFill>
                <a:schemeClr val="dk1"/>
              </a:solidFill>
              <a:latin typeface="Kulim Park"/>
              <a:ea typeface="Kulim Park"/>
              <a:cs typeface="Kulim Park"/>
              <a:sym typeface="Kulim Park"/>
            </a:endParaRPr>
          </a:p>
        </p:txBody>
      </p:sp>
      <p:sp>
        <p:nvSpPr>
          <p:cNvPr id="328" name="Google Shape;328;p9"/>
          <p:cNvSpPr txBox="1"/>
          <p:nvPr/>
        </p:nvSpPr>
        <p:spPr>
          <a:xfrm>
            <a:off x="2548478" y="4429012"/>
            <a:ext cx="21423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Integración de APIs y base de datos</a:t>
            </a:r>
            <a:endParaRPr sz="1400" b="0" i="0" u="none" strike="noStrike" cap="non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10"/>
          <p:cNvPicPr preferRelativeResize="0"/>
          <p:nvPr/>
        </p:nvPicPr>
        <p:blipFill rotWithShape="1">
          <a:blip r:embed="rId3">
            <a:alphaModFix/>
          </a:blip>
          <a:srcRect l="13224" r="39711"/>
          <a:stretch/>
        </p:blipFill>
        <p:spPr>
          <a:xfrm>
            <a:off x="529978" y="462125"/>
            <a:ext cx="3404943" cy="4828849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10"/>
          <p:cNvSpPr/>
          <p:nvPr/>
        </p:nvSpPr>
        <p:spPr>
          <a:xfrm rot="-5399809">
            <a:off x="-393997" y="613547"/>
            <a:ext cx="5512835" cy="4194428"/>
          </a:xfrm>
          <a:custGeom>
            <a:avLst/>
            <a:gdLst/>
            <a:ahLst/>
            <a:cxnLst/>
            <a:rect l="l" t="t" r="r" b="b"/>
            <a:pathLst>
              <a:path w="122671" h="122671" extrusionOk="0">
                <a:moveTo>
                  <a:pt x="61288" y="15890"/>
                </a:moveTo>
                <a:cubicBezTo>
                  <a:pt x="74134" y="15890"/>
                  <a:pt x="87890" y="17837"/>
                  <a:pt x="98492" y="25582"/>
                </a:cubicBezTo>
                <a:cubicBezTo>
                  <a:pt x="106392" y="31355"/>
                  <a:pt x="107052" y="41356"/>
                  <a:pt x="105729" y="50292"/>
                </a:cubicBezTo>
                <a:cubicBezTo>
                  <a:pt x="104207" y="60560"/>
                  <a:pt x="103318" y="70931"/>
                  <a:pt x="101429" y="81148"/>
                </a:cubicBezTo>
                <a:cubicBezTo>
                  <a:pt x="99916" y="89314"/>
                  <a:pt x="96431" y="97128"/>
                  <a:pt x="88124" y="99955"/>
                </a:cubicBezTo>
                <a:cubicBezTo>
                  <a:pt x="84437" y="101209"/>
                  <a:pt x="80540" y="101601"/>
                  <a:pt x="76602" y="101601"/>
                </a:cubicBezTo>
                <a:cubicBezTo>
                  <a:pt x="71796" y="101601"/>
                  <a:pt x="66926" y="101018"/>
                  <a:pt x="62297" y="100710"/>
                </a:cubicBezTo>
                <a:cubicBezTo>
                  <a:pt x="51217" y="99976"/>
                  <a:pt x="40203" y="98506"/>
                  <a:pt x="29211" y="96964"/>
                </a:cubicBezTo>
                <a:cubicBezTo>
                  <a:pt x="16647" y="95202"/>
                  <a:pt x="10610" y="89119"/>
                  <a:pt x="11276" y="76081"/>
                </a:cubicBezTo>
                <a:cubicBezTo>
                  <a:pt x="11770" y="66433"/>
                  <a:pt x="13452" y="56900"/>
                  <a:pt x="15516" y="47476"/>
                </a:cubicBezTo>
                <a:cubicBezTo>
                  <a:pt x="17086" y="40308"/>
                  <a:pt x="17867" y="30029"/>
                  <a:pt x="23464" y="24632"/>
                </a:cubicBezTo>
                <a:cubicBezTo>
                  <a:pt x="31878" y="16520"/>
                  <a:pt x="46079" y="16024"/>
                  <a:pt x="57526" y="15914"/>
                </a:cubicBezTo>
                <a:cubicBezTo>
                  <a:pt x="58439" y="15906"/>
                  <a:pt x="59335" y="15900"/>
                  <a:pt x="60210" y="15894"/>
                </a:cubicBezTo>
                <a:cubicBezTo>
                  <a:pt x="60569" y="15891"/>
                  <a:pt x="60928" y="15890"/>
                  <a:pt x="61288" y="15890"/>
                </a:cubicBezTo>
                <a:close/>
                <a:moveTo>
                  <a:pt x="0" y="0"/>
                </a:moveTo>
                <a:lnTo>
                  <a:pt x="0" y="122670"/>
                </a:lnTo>
                <a:lnTo>
                  <a:pt x="122671" y="122670"/>
                </a:lnTo>
                <a:lnTo>
                  <a:pt x="12267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0"/>
          <p:cNvSpPr/>
          <p:nvPr/>
        </p:nvSpPr>
        <p:spPr>
          <a:xfrm rot="10285629" flipH="1">
            <a:off x="-6011938" y="-4319098"/>
            <a:ext cx="9471588" cy="6049060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274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0"/>
          <p:cNvSpPr/>
          <p:nvPr/>
        </p:nvSpPr>
        <p:spPr>
          <a:xfrm rot="-4102346">
            <a:off x="1166603" y="3932872"/>
            <a:ext cx="9416338" cy="601377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274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0"/>
          <p:cNvSpPr/>
          <p:nvPr/>
        </p:nvSpPr>
        <p:spPr>
          <a:xfrm flipH="1">
            <a:off x="589774" y="-3962173"/>
            <a:ext cx="7065492" cy="5396392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098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0"/>
          <p:cNvSpPr/>
          <p:nvPr/>
        </p:nvSpPr>
        <p:spPr>
          <a:xfrm rot="649760">
            <a:off x="-984002" y="4190367"/>
            <a:ext cx="4974484" cy="1490372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50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0"/>
          <p:cNvSpPr/>
          <p:nvPr/>
        </p:nvSpPr>
        <p:spPr>
          <a:xfrm rot="-6621704" flipH="1">
            <a:off x="-3919845" y="1710891"/>
            <a:ext cx="7826147" cy="2877875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0"/>
          <p:cNvSpPr txBox="1">
            <a:spLocks noGrp="1"/>
          </p:cNvSpPr>
          <p:nvPr>
            <p:ph type="subTitle" idx="4"/>
          </p:nvPr>
        </p:nvSpPr>
        <p:spPr>
          <a:xfrm>
            <a:off x="4572000" y="1443035"/>
            <a:ext cx="4194735" cy="6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El proyecto AURA representa una propuesta innovadora para integrar tecnología y bienestar</a:t>
            </a:r>
            <a:endParaRPr/>
          </a:p>
        </p:txBody>
      </p:sp>
      <p:sp>
        <p:nvSpPr>
          <p:cNvPr id="341" name="Google Shape;341;p10"/>
          <p:cNvSpPr txBox="1">
            <a:spLocks noGrp="1"/>
          </p:cNvSpPr>
          <p:nvPr>
            <p:ph type="title"/>
          </p:nvPr>
        </p:nvSpPr>
        <p:spPr>
          <a:xfrm flipH="1">
            <a:off x="720000" y="252274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solidFill>
                  <a:schemeClr val="lt1"/>
                </a:solidFill>
              </a:rPr>
              <a:t>Conclusiones</a:t>
            </a:r>
            <a:endParaRPr/>
          </a:p>
        </p:txBody>
      </p:sp>
      <p:sp>
        <p:nvSpPr>
          <p:cNvPr id="342" name="Google Shape;342;p10"/>
          <p:cNvSpPr txBox="1"/>
          <p:nvPr/>
        </p:nvSpPr>
        <p:spPr>
          <a:xfrm>
            <a:off x="4571999" y="2141215"/>
            <a:ext cx="4194735" cy="771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Permite aplicar competencias profesionales en desarrollo de software, integración de sistemas y gestión de datos</a:t>
            </a:r>
            <a:endParaRPr/>
          </a:p>
        </p:txBody>
      </p:sp>
      <p:sp>
        <p:nvSpPr>
          <p:cNvPr id="343" name="Google Shape;343;p10"/>
          <p:cNvSpPr txBox="1"/>
          <p:nvPr/>
        </p:nvSpPr>
        <p:spPr>
          <a:xfrm>
            <a:off x="4571999" y="3149828"/>
            <a:ext cx="4194735" cy="771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Su implementación demuestra cómo la informática puede contribuir a mejorar la vida diaria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3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1"/>
          <p:cNvSpPr txBox="1"/>
          <p:nvPr/>
        </p:nvSpPr>
        <p:spPr>
          <a:xfrm>
            <a:off x="1276650" y="3521275"/>
            <a:ext cx="6590700" cy="10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Kulim Park"/>
              <a:buNone/>
            </a:pPr>
            <a:r>
              <a:rPr lang="en" sz="8000" b="0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rPr>
              <a:t>GRACIAS!</a:t>
            </a:r>
            <a:endParaRPr/>
          </a:p>
        </p:txBody>
      </p:sp>
      <p:sp>
        <p:nvSpPr>
          <p:cNvPr id="349" name="Google Shape;349;p11"/>
          <p:cNvSpPr txBox="1"/>
          <p:nvPr/>
        </p:nvSpPr>
        <p:spPr>
          <a:xfrm>
            <a:off x="2854650" y="759409"/>
            <a:ext cx="3434700" cy="10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Preguntas?</a:t>
            </a:r>
            <a:endParaRPr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inimalist Korean Aesthetic Pitch Deck by Slidesgo">
  <a:themeElements>
    <a:clrScheme name="Simple Light">
      <a:dk1>
        <a:srgbClr val="1E1E1E"/>
      </a:dk1>
      <a:lt1>
        <a:srgbClr val="664B34"/>
      </a:lt1>
      <a:dk2>
        <a:srgbClr val="887C62"/>
      </a:dk2>
      <a:lt2>
        <a:srgbClr val="D4CBBB"/>
      </a:lt2>
      <a:accent1>
        <a:srgbClr val="E7E2D6"/>
      </a:accent1>
      <a:accent2>
        <a:srgbClr val="F3F3F3"/>
      </a:accent2>
      <a:accent3>
        <a:srgbClr val="E2B0A6"/>
      </a:accent3>
      <a:accent4>
        <a:srgbClr val="FFFFFF"/>
      </a:accent4>
      <a:accent5>
        <a:srgbClr val="FFFFFF"/>
      </a:accent5>
      <a:accent6>
        <a:srgbClr val="FFFFFF"/>
      </a:accent6>
      <a:hlink>
        <a:srgbClr val="1E1E1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386</Words>
  <Application>Microsoft Office PowerPoint</Application>
  <PresentationFormat>Presentación en pantalla (16:9)</PresentationFormat>
  <Paragraphs>83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20" baseType="lpstr">
      <vt:lpstr>Comfortaa</vt:lpstr>
      <vt:lpstr>Nunito Light</vt:lpstr>
      <vt:lpstr>Arial</vt:lpstr>
      <vt:lpstr>Barlow Semi Condensed</vt:lpstr>
      <vt:lpstr>Kulim Park SemiBold</vt:lpstr>
      <vt:lpstr>Kulim Park</vt:lpstr>
      <vt:lpstr>Manrope</vt:lpstr>
      <vt:lpstr>Montserrat</vt:lpstr>
      <vt:lpstr>Minimalist Korean Aesthetic Pitch Deck by Slidesgo</vt:lpstr>
      <vt:lpstr>Acompañante Universal Red Apoyo</vt:lpstr>
      <vt:lpstr>Problematica</vt:lpstr>
      <vt:lpstr>Contexto</vt:lpstr>
      <vt:lpstr>Objetivo</vt:lpstr>
      <vt:lpstr>APP AURA</vt:lpstr>
      <vt:lpstr>Presentación de PowerPoint</vt:lpstr>
      <vt:lpstr>Lista de Cosas que hace y no hace  AURA</vt:lpstr>
      <vt:lpstr>Lenguajes</vt:lpstr>
      <vt:lpstr>Plan Trabajo</vt:lpstr>
      <vt:lpstr>Conclusiones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AURA Acompañante Universal          Red Apoyo</dc:title>
  <cp:lastModifiedBy>CETECOM</cp:lastModifiedBy>
  <cp:revision>2</cp:revision>
  <dcterms:modified xsi:type="dcterms:W3CDTF">2025-10-30T22:45:38Z</dcterms:modified>
</cp:coreProperties>
</file>